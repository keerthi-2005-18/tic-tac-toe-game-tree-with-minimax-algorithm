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3" r:id="rId16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5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35"/>
    </p:cViewPr>
  </p:sorterViewPr>
  <p:notesViewPr>
    <p:cSldViewPr>
      <p:cViewPr varScale="1">
        <p:scale>
          <a:sx n="78" d="100"/>
          <a:sy n="78" d="100"/>
        </p:scale>
        <p:origin x="2098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F3B4-9E48-4B1C-B807-1B647617F7A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0100" y="944563"/>
            <a:ext cx="34036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3636963"/>
            <a:ext cx="806767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B2599-678D-410C-B2E7-9C0AE9FD0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7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B2599-678D-410C-B2E7-9C0AE9FD0DA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3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2148" y="1535290"/>
            <a:ext cx="9739630" cy="5853430"/>
          </a:xfrm>
          <a:custGeom>
            <a:avLst/>
            <a:gdLst/>
            <a:ahLst/>
            <a:cxnLst/>
            <a:rect l="l" t="t" r="r" b="b"/>
            <a:pathLst>
              <a:path w="9739630" h="5853430">
                <a:moveTo>
                  <a:pt x="9739490" y="5844857"/>
                </a:moveTo>
                <a:lnTo>
                  <a:pt x="0" y="5844857"/>
                </a:lnTo>
                <a:lnTo>
                  <a:pt x="0" y="5853290"/>
                </a:lnTo>
                <a:lnTo>
                  <a:pt x="9739490" y="5853290"/>
                </a:lnTo>
                <a:lnTo>
                  <a:pt x="9739490" y="5844857"/>
                </a:lnTo>
                <a:close/>
              </a:path>
              <a:path w="9739630" h="5853430">
                <a:moveTo>
                  <a:pt x="9739490" y="0"/>
                </a:moveTo>
                <a:lnTo>
                  <a:pt x="0" y="0"/>
                </a:lnTo>
                <a:lnTo>
                  <a:pt x="0" y="5503773"/>
                </a:lnTo>
                <a:lnTo>
                  <a:pt x="9739490" y="5503773"/>
                </a:lnTo>
                <a:lnTo>
                  <a:pt x="9739490" y="0"/>
                </a:lnTo>
                <a:close/>
              </a:path>
            </a:pathLst>
          </a:custGeom>
          <a:solidFill>
            <a:srgbClr val="C4D0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29" y="0"/>
            <a:ext cx="10075545" cy="7556500"/>
          </a:xfrm>
          <a:custGeom>
            <a:avLst/>
            <a:gdLst/>
            <a:ahLst/>
            <a:cxnLst/>
            <a:rect l="l" t="t" r="r" b="b"/>
            <a:pathLst>
              <a:path w="10075545" h="7556500">
                <a:moveTo>
                  <a:pt x="10075329" y="0"/>
                </a:moveTo>
                <a:lnTo>
                  <a:pt x="9907410" y="0"/>
                </a:lnTo>
                <a:lnTo>
                  <a:pt x="9907410" y="1535290"/>
                </a:lnTo>
                <a:lnTo>
                  <a:pt x="9907410" y="7388580"/>
                </a:lnTo>
                <a:lnTo>
                  <a:pt x="167919" y="7388580"/>
                </a:lnTo>
                <a:lnTo>
                  <a:pt x="167919" y="1535290"/>
                </a:lnTo>
                <a:lnTo>
                  <a:pt x="9907410" y="1535290"/>
                </a:lnTo>
                <a:lnTo>
                  <a:pt x="9907410" y="0"/>
                </a:lnTo>
                <a:lnTo>
                  <a:pt x="167919" y="0"/>
                </a:lnTo>
                <a:lnTo>
                  <a:pt x="0" y="0"/>
                </a:lnTo>
                <a:lnTo>
                  <a:pt x="0" y="1535290"/>
                </a:lnTo>
                <a:lnTo>
                  <a:pt x="0" y="7388580"/>
                </a:lnTo>
                <a:lnTo>
                  <a:pt x="0" y="7556500"/>
                </a:lnTo>
                <a:lnTo>
                  <a:pt x="167919" y="7556500"/>
                </a:lnTo>
                <a:lnTo>
                  <a:pt x="9907410" y="7556500"/>
                </a:lnTo>
                <a:lnTo>
                  <a:pt x="10075329" y="7556500"/>
                </a:lnTo>
                <a:lnTo>
                  <a:pt x="10075329" y="7388580"/>
                </a:lnTo>
                <a:lnTo>
                  <a:pt x="10075329" y="1535290"/>
                </a:lnTo>
                <a:lnTo>
                  <a:pt x="100753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8796" y="7039053"/>
            <a:ext cx="9733280" cy="341630"/>
          </a:xfrm>
          <a:custGeom>
            <a:avLst/>
            <a:gdLst/>
            <a:ahLst/>
            <a:cxnLst/>
            <a:rect l="l" t="t" r="r" b="b"/>
            <a:pathLst>
              <a:path w="9733280" h="341629">
                <a:moveTo>
                  <a:pt x="9732773" y="341092"/>
                </a:moveTo>
                <a:lnTo>
                  <a:pt x="0" y="341092"/>
                </a:lnTo>
                <a:lnTo>
                  <a:pt x="0" y="0"/>
                </a:lnTo>
                <a:lnTo>
                  <a:pt x="9732773" y="0"/>
                </a:lnTo>
                <a:lnTo>
                  <a:pt x="9732773" y="341092"/>
                </a:lnTo>
                <a:close/>
              </a:path>
            </a:pathLst>
          </a:custGeom>
          <a:solidFill>
            <a:srgbClr val="8BA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2155" y="171280"/>
            <a:ext cx="9733280" cy="7214234"/>
          </a:xfrm>
          <a:custGeom>
            <a:avLst/>
            <a:gdLst/>
            <a:ahLst/>
            <a:cxnLst/>
            <a:rect l="l" t="t" r="r" b="b"/>
            <a:pathLst>
              <a:path w="9733280" h="7214234">
                <a:moveTo>
                  <a:pt x="0" y="0"/>
                </a:moveTo>
                <a:lnTo>
                  <a:pt x="9732773" y="0"/>
                </a:lnTo>
                <a:lnTo>
                  <a:pt x="9732773" y="7213938"/>
                </a:lnTo>
                <a:lnTo>
                  <a:pt x="0" y="7213938"/>
                </a:lnTo>
                <a:lnTo>
                  <a:pt x="0" y="0"/>
                </a:lnTo>
                <a:close/>
              </a:path>
            </a:pathLst>
          </a:custGeom>
          <a:ln w="13993">
            <a:solidFill>
              <a:srgbClr val="7B98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2148" y="1399793"/>
            <a:ext cx="5709920" cy="14604"/>
          </a:xfrm>
          <a:custGeom>
            <a:avLst/>
            <a:gdLst/>
            <a:ahLst/>
            <a:cxnLst/>
            <a:rect l="l" t="t" r="r" b="b"/>
            <a:pathLst>
              <a:path w="5709920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5709920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5709920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5709920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5709920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5709920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5709920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5709920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5709920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5709920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5709920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5709920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5709920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5709920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5709920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5709920" h="14605">
                <a:moveTo>
                  <a:pt x="1091488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488" y="13995"/>
                </a:lnTo>
                <a:lnTo>
                  <a:pt x="1091488" y="0"/>
                </a:lnTo>
                <a:close/>
              </a:path>
              <a:path w="5709920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5709920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5709920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5709920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5709920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5709920" h="14605">
                <a:moveTo>
                  <a:pt x="1511300" y="0"/>
                </a:moveTo>
                <a:lnTo>
                  <a:pt x="1469313" y="0"/>
                </a:lnTo>
                <a:lnTo>
                  <a:pt x="1469313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5709920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5709920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5709920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5709920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5709920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5709920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5709920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5709920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5709920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5709920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5709920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5709920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5709920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5709920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5709920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5709920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5709920" h="14605">
                <a:moveTo>
                  <a:pt x="2700744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44" y="13995"/>
                </a:lnTo>
                <a:lnTo>
                  <a:pt x="2700744" y="0"/>
                </a:lnTo>
                <a:close/>
              </a:path>
              <a:path w="5709920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5709920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5709920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5709920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5709920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5709920" h="14605">
                <a:moveTo>
                  <a:pt x="3120555" y="0"/>
                </a:moveTo>
                <a:lnTo>
                  <a:pt x="3078569" y="0"/>
                </a:lnTo>
                <a:lnTo>
                  <a:pt x="3078569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5709920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5709920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5709920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5709920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5709920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5709920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5709920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5709920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5709920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5709920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5709920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5709920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5709920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5709920" h="14605">
                <a:moveTo>
                  <a:pt x="4100106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100106" y="13995"/>
                </a:lnTo>
                <a:lnTo>
                  <a:pt x="4100106" y="0"/>
                </a:lnTo>
                <a:close/>
              </a:path>
              <a:path w="5709920" h="14605">
                <a:moveTo>
                  <a:pt x="4170070" y="0"/>
                </a:moveTo>
                <a:lnTo>
                  <a:pt x="4128084" y="0"/>
                </a:lnTo>
                <a:lnTo>
                  <a:pt x="4128084" y="13995"/>
                </a:lnTo>
                <a:lnTo>
                  <a:pt x="4170070" y="13995"/>
                </a:lnTo>
                <a:lnTo>
                  <a:pt x="4170070" y="0"/>
                </a:lnTo>
                <a:close/>
              </a:path>
              <a:path w="5709920" h="14605">
                <a:moveTo>
                  <a:pt x="4240034" y="0"/>
                </a:moveTo>
                <a:lnTo>
                  <a:pt x="4198061" y="0"/>
                </a:lnTo>
                <a:lnTo>
                  <a:pt x="4198061" y="13995"/>
                </a:lnTo>
                <a:lnTo>
                  <a:pt x="4240034" y="13995"/>
                </a:lnTo>
                <a:lnTo>
                  <a:pt x="4240034" y="0"/>
                </a:lnTo>
                <a:close/>
              </a:path>
              <a:path w="5709920" h="14605">
                <a:moveTo>
                  <a:pt x="4309999" y="0"/>
                </a:moveTo>
                <a:lnTo>
                  <a:pt x="4268025" y="0"/>
                </a:lnTo>
                <a:lnTo>
                  <a:pt x="4268025" y="13995"/>
                </a:lnTo>
                <a:lnTo>
                  <a:pt x="4309999" y="13995"/>
                </a:lnTo>
                <a:lnTo>
                  <a:pt x="4309999" y="0"/>
                </a:lnTo>
                <a:close/>
              </a:path>
              <a:path w="5709920" h="14605">
                <a:moveTo>
                  <a:pt x="4379976" y="0"/>
                </a:moveTo>
                <a:lnTo>
                  <a:pt x="4337990" y="0"/>
                </a:lnTo>
                <a:lnTo>
                  <a:pt x="4337990" y="13995"/>
                </a:lnTo>
                <a:lnTo>
                  <a:pt x="4379976" y="13995"/>
                </a:lnTo>
                <a:lnTo>
                  <a:pt x="4379976" y="0"/>
                </a:lnTo>
                <a:close/>
              </a:path>
              <a:path w="5709920" h="14605">
                <a:moveTo>
                  <a:pt x="4449940" y="0"/>
                </a:moveTo>
                <a:lnTo>
                  <a:pt x="4407954" y="0"/>
                </a:lnTo>
                <a:lnTo>
                  <a:pt x="4407954" y="13995"/>
                </a:lnTo>
                <a:lnTo>
                  <a:pt x="4449940" y="13995"/>
                </a:lnTo>
                <a:lnTo>
                  <a:pt x="4449940" y="0"/>
                </a:lnTo>
                <a:close/>
              </a:path>
              <a:path w="5709920" h="14605">
                <a:moveTo>
                  <a:pt x="5289550" y="0"/>
                </a:moveTo>
                <a:lnTo>
                  <a:pt x="5247576" y="0"/>
                </a:lnTo>
                <a:lnTo>
                  <a:pt x="5247576" y="13995"/>
                </a:lnTo>
                <a:lnTo>
                  <a:pt x="5289550" y="13995"/>
                </a:lnTo>
                <a:lnTo>
                  <a:pt x="5289550" y="0"/>
                </a:lnTo>
                <a:close/>
              </a:path>
              <a:path w="5709920" h="14605">
                <a:moveTo>
                  <a:pt x="5359514" y="0"/>
                </a:moveTo>
                <a:lnTo>
                  <a:pt x="5317541" y="0"/>
                </a:lnTo>
                <a:lnTo>
                  <a:pt x="5317541" y="13995"/>
                </a:lnTo>
                <a:lnTo>
                  <a:pt x="5359514" y="13995"/>
                </a:lnTo>
                <a:lnTo>
                  <a:pt x="5359514" y="0"/>
                </a:lnTo>
                <a:close/>
              </a:path>
              <a:path w="5709920" h="14605">
                <a:moveTo>
                  <a:pt x="5429491" y="0"/>
                </a:moveTo>
                <a:lnTo>
                  <a:pt x="5387505" y="0"/>
                </a:lnTo>
                <a:lnTo>
                  <a:pt x="5387505" y="13995"/>
                </a:lnTo>
                <a:lnTo>
                  <a:pt x="5429491" y="13995"/>
                </a:lnTo>
                <a:lnTo>
                  <a:pt x="5429491" y="0"/>
                </a:lnTo>
                <a:close/>
              </a:path>
              <a:path w="5709920" h="14605">
                <a:moveTo>
                  <a:pt x="5499455" y="0"/>
                </a:moveTo>
                <a:lnTo>
                  <a:pt x="5457469" y="0"/>
                </a:lnTo>
                <a:lnTo>
                  <a:pt x="5457469" y="13995"/>
                </a:lnTo>
                <a:lnTo>
                  <a:pt x="5499455" y="13995"/>
                </a:lnTo>
                <a:lnTo>
                  <a:pt x="5499455" y="0"/>
                </a:lnTo>
                <a:close/>
              </a:path>
              <a:path w="5709920" h="14605">
                <a:moveTo>
                  <a:pt x="5569420" y="0"/>
                </a:moveTo>
                <a:lnTo>
                  <a:pt x="5527446" y="0"/>
                </a:lnTo>
                <a:lnTo>
                  <a:pt x="5527446" y="13995"/>
                </a:lnTo>
                <a:lnTo>
                  <a:pt x="5569420" y="13995"/>
                </a:lnTo>
                <a:lnTo>
                  <a:pt x="5569420" y="0"/>
                </a:lnTo>
                <a:close/>
              </a:path>
              <a:path w="5709920" h="14605">
                <a:moveTo>
                  <a:pt x="5639384" y="0"/>
                </a:moveTo>
                <a:lnTo>
                  <a:pt x="5597410" y="0"/>
                </a:lnTo>
                <a:lnTo>
                  <a:pt x="5597410" y="13995"/>
                </a:lnTo>
                <a:lnTo>
                  <a:pt x="5639384" y="13995"/>
                </a:lnTo>
                <a:lnTo>
                  <a:pt x="5639384" y="0"/>
                </a:lnTo>
                <a:close/>
              </a:path>
              <a:path w="5709920" h="14605">
                <a:moveTo>
                  <a:pt x="5709361" y="0"/>
                </a:moveTo>
                <a:lnTo>
                  <a:pt x="5667375" y="0"/>
                </a:lnTo>
                <a:lnTo>
                  <a:pt x="5667375" y="13995"/>
                </a:lnTo>
                <a:lnTo>
                  <a:pt x="5709361" y="13995"/>
                </a:lnTo>
                <a:lnTo>
                  <a:pt x="5709361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839523" y="1399793"/>
            <a:ext cx="4065904" cy="14604"/>
          </a:xfrm>
          <a:custGeom>
            <a:avLst/>
            <a:gdLst/>
            <a:ahLst/>
            <a:cxnLst/>
            <a:rect l="l" t="t" r="r" b="b"/>
            <a:pathLst>
              <a:path w="4065904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4065904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4065904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4065904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4065904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4065904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4065904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4065904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4065904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4065904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4065904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4065904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4065904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4065904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4065904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4065904" h="14605">
                <a:moveTo>
                  <a:pt x="1091501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501" y="13995"/>
                </a:lnTo>
                <a:lnTo>
                  <a:pt x="1091501" y="0"/>
                </a:lnTo>
                <a:close/>
              </a:path>
              <a:path w="4065904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4065904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4065904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4065904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4065904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4065904" h="14605">
                <a:moveTo>
                  <a:pt x="1511300" y="0"/>
                </a:moveTo>
                <a:lnTo>
                  <a:pt x="1469326" y="0"/>
                </a:lnTo>
                <a:lnTo>
                  <a:pt x="1469326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4065904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4065904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4065904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4065904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4065904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4065904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4065904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4065904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4065904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4065904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4065904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4065904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4065904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4065904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4065904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4065904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4065904" h="14605">
                <a:moveTo>
                  <a:pt x="2700756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56" y="13995"/>
                </a:lnTo>
                <a:lnTo>
                  <a:pt x="2700756" y="0"/>
                </a:lnTo>
                <a:close/>
              </a:path>
              <a:path w="4065904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4065904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4065904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4065904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4065904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4065904" h="14605">
                <a:moveTo>
                  <a:pt x="3120555" y="0"/>
                </a:moveTo>
                <a:lnTo>
                  <a:pt x="3078581" y="0"/>
                </a:lnTo>
                <a:lnTo>
                  <a:pt x="3078581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4065904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4065904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4065904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4065904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4065904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4065904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4065904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4065904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4065904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4065904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4065904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4065904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4065904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4065904" h="14605">
                <a:moveTo>
                  <a:pt x="4065397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065397" y="13995"/>
                </a:lnTo>
                <a:lnTo>
                  <a:pt x="4065397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0081" y="1053410"/>
            <a:ext cx="741656" cy="67168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75576" y="583983"/>
            <a:ext cx="734695" cy="436245"/>
          </a:xfrm>
          <a:custGeom>
            <a:avLst/>
            <a:gdLst/>
            <a:ahLst/>
            <a:cxnLst/>
            <a:rect l="l" t="t" r="r" b="b"/>
            <a:pathLst>
              <a:path w="734694" h="436244">
                <a:moveTo>
                  <a:pt x="251853" y="330669"/>
                </a:moveTo>
                <a:lnTo>
                  <a:pt x="184467" y="208800"/>
                </a:lnTo>
                <a:lnTo>
                  <a:pt x="177673" y="196507"/>
                </a:lnTo>
                <a:lnTo>
                  <a:pt x="189242" y="190982"/>
                </a:lnTo>
                <a:lnTo>
                  <a:pt x="200050" y="183515"/>
                </a:lnTo>
                <a:lnTo>
                  <a:pt x="227177" y="149948"/>
                </a:lnTo>
                <a:lnTo>
                  <a:pt x="232867" y="135547"/>
                </a:lnTo>
                <a:lnTo>
                  <a:pt x="236093" y="121196"/>
                </a:lnTo>
                <a:lnTo>
                  <a:pt x="237197" y="105308"/>
                </a:lnTo>
                <a:lnTo>
                  <a:pt x="235204" y="81216"/>
                </a:lnTo>
                <a:lnTo>
                  <a:pt x="229196" y="60147"/>
                </a:lnTo>
                <a:lnTo>
                  <a:pt x="223100" y="49161"/>
                </a:lnTo>
                <a:lnTo>
                  <a:pt x="219189" y="42100"/>
                </a:lnTo>
                <a:lnTo>
                  <a:pt x="205181" y="27063"/>
                </a:lnTo>
                <a:lnTo>
                  <a:pt x="187566" y="15227"/>
                </a:lnTo>
                <a:lnTo>
                  <a:pt x="180378" y="12319"/>
                </a:lnTo>
                <a:lnTo>
                  <a:pt x="180378" y="105308"/>
                </a:lnTo>
                <a:lnTo>
                  <a:pt x="179400" y="116217"/>
                </a:lnTo>
                <a:lnTo>
                  <a:pt x="155727" y="150926"/>
                </a:lnTo>
                <a:lnTo>
                  <a:pt x="116789" y="159867"/>
                </a:lnTo>
                <a:lnTo>
                  <a:pt x="57048" y="159867"/>
                </a:lnTo>
                <a:lnTo>
                  <a:pt x="57048" y="49161"/>
                </a:lnTo>
                <a:lnTo>
                  <a:pt x="115443" y="49161"/>
                </a:lnTo>
                <a:lnTo>
                  <a:pt x="156540" y="57785"/>
                </a:lnTo>
                <a:lnTo>
                  <a:pt x="179438" y="93154"/>
                </a:lnTo>
                <a:lnTo>
                  <a:pt x="180378" y="105308"/>
                </a:lnTo>
                <a:lnTo>
                  <a:pt x="180378" y="12319"/>
                </a:lnTo>
                <a:lnTo>
                  <a:pt x="166738" y="6769"/>
                </a:lnTo>
                <a:lnTo>
                  <a:pt x="142697" y="1689"/>
                </a:lnTo>
                <a:lnTo>
                  <a:pt x="115443" y="0"/>
                </a:lnTo>
                <a:lnTo>
                  <a:pt x="0" y="0"/>
                </a:lnTo>
                <a:lnTo>
                  <a:pt x="0" y="341833"/>
                </a:lnTo>
                <a:lnTo>
                  <a:pt x="57048" y="341833"/>
                </a:lnTo>
                <a:lnTo>
                  <a:pt x="57048" y="208800"/>
                </a:lnTo>
                <a:lnTo>
                  <a:pt x="123329" y="208800"/>
                </a:lnTo>
                <a:lnTo>
                  <a:pt x="194589" y="341833"/>
                </a:lnTo>
                <a:lnTo>
                  <a:pt x="251853" y="341833"/>
                </a:lnTo>
                <a:lnTo>
                  <a:pt x="251853" y="330669"/>
                </a:lnTo>
                <a:close/>
              </a:path>
              <a:path w="734694" h="436244">
                <a:moveTo>
                  <a:pt x="483247" y="206095"/>
                </a:moveTo>
                <a:lnTo>
                  <a:pt x="482104" y="187833"/>
                </a:lnTo>
                <a:lnTo>
                  <a:pt x="428002" y="187833"/>
                </a:lnTo>
                <a:lnTo>
                  <a:pt x="427964" y="187490"/>
                </a:lnTo>
                <a:lnTo>
                  <a:pt x="320446" y="183997"/>
                </a:lnTo>
                <a:lnTo>
                  <a:pt x="322745" y="172478"/>
                </a:lnTo>
                <a:lnTo>
                  <a:pt x="326567" y="161950"/>
                </a:lnTo>
                <a:lnTo>
                  <a:pt x="355879" y="131686"/>
                </a:lnTo>
                <a:lnTo>
                  <a:pt x="376148" y="127622"/>
                </a:lnTo>
                <a:lnTo>
                  <a:pt x="389166" y="128803"/>
                </a:lnTo>
                <a:lnTo>
                  <a:pt x="420357" y="156095"/>
                </a:lnTo>
                <a:lnTo>
                  <a:pt x="427964" y="187490"/>
                </a:lnTo>
                <a:lnTo>
                  <a:pt x="433514" y="187490"/>
                </a:lnTo>
                <a:lnTo>
                  <a:pt x="482079" y="187490"/>
                </a:lnTo>
                <a:lnTo>
                  <a:pt x="481647" y="180492"/>
                </a:lnTo>
                <a:lnTo>
                  <a:pt x="476821" y="156997"/>
                </a:lnTo>
                <a:lnTo>
                  <a:pt x="468795" y="135610"/>
                </a:lnTo>
                <a:lnTo>
                  <a:pt x="464121" y="127622"/>
                </a:lnTo>
                <a:lnTo>
                  <a:pt x="457542" y="116357"/>
                </a:lnTo>
                <a:lnTo>
                  <a:pt x="442861" y="100368"/>
                </a:lnTo>
                <a:lnTo>
                  <a:pt x="424395" y="88950"/>
                </a:lnTo>
                <a:lnTo>
                  <a:pt x="402158" y="82105"/>
                </a:lnTo>
                <a:lnTo>
                  <a:pt x="376148" y="79819"/>
                </a:lnTo>
                <a:lnTo>
                  <a:pt x="361657" y="80810"/>
                </a:lnTo>
                <a:lnTo>
                  <a:pt x="320789" y="95605"/>
                </a:lnTo>
                <a:lnTo>
                  <a:pt x="287413" y="126974"/>
                </a:lnTo>
                <a:lnTo>
                  <a:pt x="266725" y="173570"/>
                </a:lnTo>
                <a:lnTo>
                  <a:pt x="262724" y="212178"/>
                </a:lnTo>
                <a:lnTo>
                  <a:pt x="262724" y="221653"/>
                </a:lnTo>
                <a:lnTo>
                  <a:pt x="270852" y="271145"/>
                </a:lnTo>
                <a:lnTo>
                  <a:pt x="295198" y="311162"/>
                </a:lnTo>
                <a:lnTo>
                  <a:pt x="333019" y="337553"/>
                </a:lnTo>
                <a:lnTo>
                  <a:pt x="381558" y="346341"/>
                </a:lnTo>
                <a:lnTo>
                  <a:pt x="399681" y="345376"/>
                </a:lnTo>
                <a:lnTo>
                  <a:pt x="442887" y="330898"/>
                </a:lnTo>
                <a:lnTo>
                  <a:pt x="473837" y="302615"/>
                </a:lnTo>
                <a:lnTo>
                  <a:pt x="482346" y="290982"/>
                </a:lnTo>
                <a:lnTo>
                  <a:pt x="446836" y="262801"/>
                </a:lnTo>
                <a:lnTo>
                  <a:pt x="439445" y="271843"/>
                </a:lnTo>
                <a:lnTo>
                  <a:pt x="432181" y="279488"/>
                </a:lnTo>
                <a:lnTo>
                  <a:pt x="393560" y="298246"/>
                </a:lnTo>
                <a:lnTo>
                  <a:pt x="383806" y="298767"/>
                </a:lnTo>
                <a:lnTo>
                  <a:pt x="369557" y="297434"/>
                </a:lnTo>
                <a:lnTo>
                  <a:pt x="336346" y="277342"/>
                </a:lnTo>
                <a:lnTo>
                  <a:pt x="318427" y="231571"/>
                </a:lnTo>
                <a:lnTo>
                  <a:pt x="483247" y="231571"/>
                </a:lnTo>
                <a:lnTo>
                  <a:pt x="483247" y="206095"/>
                </a:lnTo>
                <a:close/>
              </a:path>
              <a:path w="734694" h="436244">
                <a:moveTo>
                  <a:pt x="734453" y="84328"/>
                </a:moveTo>
                <a:lnTo>
                  <a:pt x="683044" y="84328"/>
                </a:lnTo>
                <a:lnTo>
                  <a:pt x="683031" y="84620"/>
                </a:lnTo>
                <a:lnTo>
                  <a:pt x="682028" y="98983"/>
                </a:lnTo>
                <a:lnTo>
                  <a:pt x="678992" y="96494"/>
                </a:lnTo>
                <a:lnTo>
                  <a:pt x="678992" y="154800"/>
                </a:lnTo>
                <a:lnTo>
                  <a:pt x="678992" y="270687"/>
                </a:lnTo>
                <a:lnTo>
                  <a:pt x="669607" y="282879"/>
                </a:lnTo>
                <a:lnTo>
                  <a:pt x="658126" y="291579"/>
                </a:lnTo>
                <a:lnTo>
                  <a:pt x="644575" y="296799"/>
                </a:lnTo>
                <a:lnTo>
                  <a:pt x="628929" y="298538"/>
                </a:lnTo>
                <a:lnTo>
                  <a:pt x="614921" y="297027"/>
                </a:lnTo>
                <a:lnTo>
                  <a:pt x="578523" y="261708"/>
                </a:lnTo>
                <a:lnTo>
                  <a:pt x="570534" y="215785"/>
                </a:lnTo>
                <a:lnTo>
                  <a:pt x="570547" y="211048"/>
                </a:lnTo>
                <a:lnTo>
                  <a:pt x="578523" y="164960"/>
                </a:lnTo>
                <a:lnTo>
                  <a:pt x="603059" y="133743"/>
                </a:lnTo>
                <a:lnTo>
                  <a:pt x="629386" y="127622"/>
                </a:lnTo>
                <a:lnTo>
                  <a:pt x="644829" y="129324"/>
                </a:lnTo>
                <a:lnTo>
                  <a:pt x="658241" y="134416"/>
                </a:lnTo>
                <a:lnTo>
                  <a:pt x="669632" y="142913"/>
                </a:lnTo>
                <a:lnTo>
                  <a:pt x="678992" y="154800"/>
                </a:lnTo>
                <a:lnTo>
                  <a:pt x="678992" y="96494"/>
                </a:lnTo>
                <a:lnTo>
                  <a:pt x="671842" y="90601"/>
                </a:lnTo>
                <a:lnTo>
                  <a:pt x="657936" y="84620"/>
                </a:lnTo>
                <a:lnTo>
                  <a:pt x="640321" y="81026"/>
                </a:lnTo>
                <a:lnTo>
                  <a:pt x="619010" y="79819"/>
                </a:lnTo>
                <a:lnTo>
                  <a:pt x="595795" y="82105"/>
                </a:lnTo>
                <a:lnTo>
                  <a:pt x="557517" y="100368"/>
                </a:lnTo>
                <a:lnTo>
                  <a:pt x="530479" y="135966"/>
                </a:lnTo>
                <a:lnTo>
                  <a:pt x="516775" y="183324"/>
                </a:lnTo>
                <a:lnTo>
                  <a:pt x="515061" y="211048"/>
                </a:lnTo>
                <a:lnTo>
                  <a:pt x="515061" y="215785"/>
                </a:lnTo>
                <a:lnTo>
                  <a:pt x="521944" y="266915"/>
                </a:lnTo>
                <a:lnTo>
                  <a:pt x="542569" y="308914"/>
                </a:lnTo>
                <a:lnTo>
                  <a:pt x="575322" y="336981"/>
                </a:lnTo>
                <a:lnTo>
                  <a:pt x="618553" y="346341"/>
                </a:lnTo>
                <a:lnTo>
                  <a:pt x="639241" y="345313"/>
                </a:lnTo>
                <a:lnTo>
                  <a:pt x="656209" y="342201"/>
                </a:lnTo>
                <a:lnTo>
                  <a:pt x="669505" y="336981"/>
                </a:lnTo>
                <a:lnTo>
                  <a:pt x="678992" y="329768"/>
                </a:lnTo>
                <a:lnTo>
                  <a:pt x="678992" y="435635"/>
                </a:lnTo>
                <a:lnTo>
                  <a:pt x="734453" y="435635"/>
                </a:lnTo>
                <a:lnTo>
                  <a:pt x="734453" y="329768"/>
                </a:lnTo>
                <a:lnTo>
                  <a:pt x="734453" y="298538"/>
                </a:lnTo>
                <a:lnTo>
                  <a:pt x="734453" y="127622"/>
                </a:lnTo>
                <a:lnTo>
                  <a:pt x="734453" y="98983"/>
                </a:lnTo>
                <a:lnTo>
                  <a:pt x="734453" y="843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65994" y="668311"/>
            <a:ext cx="205740" cy="262255"/>
          </a:xfrm>
          <a:custGeom>
            <a:avLst/>
            <a:gdLst/>
            <a:ahLst/>
            <a:cxnLst/>
            <a:rect l="l" t="t" r="r" b="b"/>
            <a:pathLst>
              <a:path w="205740" h="262255">
                <a:moveTo>
                  <a:pt x="86810" y="262009"/>
                </a:moveTo>
                <a:lnTo>
                  <a:pt x="37091" y="249009"/>
                </a:lnTo>
                <a:lnTo>
                  <a:pt x="6031" y="208654"/>
                </a:lnTo>
                <a:lnTo>
                  <a:pt x="0" y="164150"/>
                </a:lnTo>
                <a:lnTo>
                  <a:pt x="0" y="0"/>
                </a:lnTo>
                <a:lnTo>
                  <a:pt x="55242" y="0"/>
                </a:lnTo>
                <a:lnTo>
                  <a:pt x="55242" y="164601"/>
                </a:lnTo>
                <a:lnTo>
                  <a:pt x="55968" y="178165"/>
                </a:lnTo>
                <a:lnTo>
                  <a:pt x="79341" y="210740"/>
                </a:lnTo>
                <a:lnTo>
                  <a:pt x="93349" y="213080"/>
                </a:lnTo>
                <a:lnTo>
                  <a:pt x="112966" y="211198"/>
                </a:lnTo>
                <a:lnTo>
                  <a:pt x="128975" y="205554"/>
                </a:lnTo>
                <a:lnTo>
                  <a:pt x="141376" y="196147"/>
                </a:lnTo>
                <a:lnTo>
                  <a:pt x="150170" y="182978"/>
                </a:lnTo>
                <a:lnTo>
                  <a:pt x="150170" y="0"/>
                </a:lnTo>
                <a:lnTo>
                  <a:pt x="205639" y="0"/>
                </a:lnTo>
                <a:lnTo>
                  <a:pt x="205639" y="257499"/>
                </a:lnTo>
                <a:lnTo>
                  <a:pt x="152425" y="257499"/>
                </a:lnTo>
                <a:lnTo>
                  <a:pt x="151974" y="244421"/>
                </a:lnTo>
                <a:lnTo>
                  <a:pt x="142405" y="252116"/>
                </a:lnTo>
                <a:lnTo>
                  <a:pt x="128355" y="257612"/>
                </a:lnTo>
                <a:lnTo>
                  <a:pt x="109823" y="260910"/>
                </a:lnTo>
                <a:lnTo>
                  <a:pt x="86810" y="262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519004" y="579471"/>
            <a:ext cx="63500" cy="346710"/>
          </a:xfrm>
          <a:custGeom>
            <a:avLst/>
            <a:gdLst/>
            <a:ahLst/>
            <a:cxnLst/>
            <a:rect l="l" t="t" r="r" b="b"/>
            <a:pathLst>
              <a:path w="63500" h="346709">
                <a:moveTo>
                  <a:pt x="41263" y="61105"/>
                </a:moveTo>
                <a:lnTo>
                  <a:pt x="21195" y="61105"/>
                </a:lnTo>
                <a:lnTo>
                  <a:pt x="13416" y="58136"/>
                </a:lnTo>
                <a:lnTo>
                  <a:pt x="8004" y="52198"/>
                </a:lnTo>
                <a:lnTo>
                  <a:pt x="2668" y="46186"/>
                </a:lnTo>
                <a:lnTo>
                  <a:pt x="0" y="39083"/>
                </a:lnTo>
                <a:lnTo>
                  <a:pt x="0" y="22397"/>
                </a:lnTo>
                <a:lnTo>
                  <a:pt x="2668" y="15144"/>
                </a:lnTo>
                <a:lnTo>
                  <a:pt x="13416" y="3044"/>
                </a:lnTo>
                <a:lnTo>
                  <a:pt x="21195" y="0"/>
                </a:lnTo>
                <a:lnTo>
                  <a:pt x="41263" y="0"/>
                </a:lnTo>
                <a:lnTo>
                  <a:pt x="49004" y="3044"/>
                </a:lnTo>
                <a:lnTo>
                  <a:pt x="54566" y="9132"/>
                </a:lnTo>
                <a:lnTo>
                  <a:pt x="60128" y="15144"/>
                </a:lnTo>
                <a:lnTo>
                  <a:pt x="62909" y="22397"/>
                </a:lnTo>
                <a:lnTo>
                  <a:pt x="62909" y="39083"/>
                </a:lnTo>
                <a:lnTo>
                  <a:pt x="60157" y="46186"/>
                </a:lnTo>
                <a:lnTo>
                  <a:pt x="49004" y="58136"/>
                </a:lnTo>
                <a:lnTo>
                  <a:pt x="41263" y="61105"/>
                </a:lnTo>
                <a:close/>
              </a:path>
              <a:path w="63500" h="346709">
                <a:moveTo>
                  <a:pt x="58625" y="346339"/>
                </a:moveTo>
                <a:lnTo>
                  <a:pt x="3156" y="346339"/>
                </a:lnTo>
                <a:lnTo>
                  <a:pt x="3156" y="88839"/>
                </a:lnTo>
                <a:lnTo>
                  <a:pt x="58625" y="88839"/>
                </a:lnTo>
                <a:lnTo>
                  <a:pt x="58625" y="346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630718" y="609015"/>
            <a:ext cx="1662430" cy="321310"/>
          </a:xfrm>
          <a:custGeom>
            <a:avLst/>
            <a:gdLst/>
            <a:ahLst/>
            <a:cxnLst/>
            <a:rect l="l" t="t" r="r" b="b"/>
            <a:pathLst>
              <a:path w="1662429" h="321309">
                <a:moveTo>
                  <a:pt x="131457" y="60426"/>
                </a:moveTo>
                <a:lnTo>
                  <a:pt x="125361" y="57962"/>
                </a:lnTo>
                <a:lnTo>
                  <a:pt x="119113" y="56197"/>
                </a:lnTo>
                <a:lnTo>
                  <a:pt x="112725" y="55143"/>
                </a:lnTo>
                <a:lnTo>
                  <a:pt x="106210" y="54787"/>
                </a:lnTo>
                <a:lnTo>
                  <a:pt x="87363" y="55829"/>
                </a:lnTo>
                <a:lnTo>
                  <a:pt x="72440" y="58940"/>
                </a:lnTo>
                <a:lnTo>
                  <a:pt x="61429" y="64109"/>
                </a:lnTo>
                <a:lnTo>
                  <a:pt x="54343" y="71361"/>
                </a:lnTo>
                <a:lnTo>
                  <a:pt x="53898" y="59296"/>
                </a:lnTo>
                <a:lnTo>
                  <a:pt x="0" y="59296"/>
                </a:lnTo>
                <a:lnTo>
                  <a:pt x="0" y="316801"/>
                </a:lnTo>
                <a:lnTo>
                  <a:pt x="55245" y="316801"/>
                </a:lnTo>
                <a:lnTo>
                  <a:pt x="55245" y="138214"/>
                </a:lnTo>
                <a:lnTo>
                  <a:pt x="63042" y="125196"/>
                </a:lnTo>
                <a:lnTo>
                  <a:pt x="73787" y="115900"/>
                </a:lnTo>
                <a:lnTo>
                  <a:pt x="87503" y="110312"/>
                </a:lnTo>
                <a:lnTo>
                  <a:pt x="104178" y="108458"/>
                </a:lnTo>
                <a:lnTo>
                  <a:pt x="109753" y="108661"/>
                </a:lnTo>
                <a:lnTo>
                  <a:pt x="116128" y="109270"/>
                </a:lnTo>
                <a:lnTo>
                  <a:pt x="131229" y="111721"/>
                </a:lnTo>
                <a:lnTo>
                  <a:pt x="131457" y="60426"/>
                </a:lnTo>
                <a:close/>
              </a:path>
              <a:path w="1662429" h="321309">
                <a:moveTo>
                  <a:pt x="359308" y="181063"/>
                </a:moveTo>
                <a:lnTo>
                  <a:pt x="358165" y="162801"/>
                </a:lnTo>
                <a:lnTo>
                  <a:pt x="304063" y="162801"/>
                </a:lnTo>
                <a:lnTo>
                  <a:pt x="304025" y="162458"/>
                </a:lnTo>
                <a:lnTo>
                  <a:pt x="196519" y="158965"/>
                </a:lnTo>
                <a:lnTo>
                  <a:pt x="198805" y="147447"/>
                </a:lnTo>
                <a:lnTo>
                  <a:pt x="202628" y="136918"/>
                </a:lnTo>
                <a:lnTo>
                  <a:pt x="231940" y="106654"/>
                </a:lnTo>
                <a:lnTo>
                  <a:pt x="252209" y="102590"/>
                </a:lnTo>
                <a:lnTo>
                  <a:pt x="265226" y="103771"/>
                </a:lnTo>
                <a:lnTo>
                  <a:pt x="296418" y="131064"/>
                </a:lnTo>
                <a:lnTo>
                  <a:pt x="304025" y="162458"/>
                </a:lnTo>
                <a:lnTo>
                  <a:pt x="309575" y="162458"/>
                </a:lnTo>
                <a:lnTo>
                  <a:pt x="358140" y="162458"/>
                </a:lnTo>
                <a:lnTo>
                  <a:pt x="357708" y="155460"/>
                </a:lnTo>
                <a:lnTo>
                  <a:pt x="352882" y="131965"/>
                </a:lnTo>
                <a:lnTo>
                  <a:pt x="344855" y="110578"/>
                </a:lnTo>
                <a:lnTo>
                  <a:pt x="340182" y="102590"/>
                </a:lnTo>
                <a:lnTo>
                  <a:pt x="333603" y="91325"/>
                </a:lnTo>
                <a:lnTo>
                  <a:pt x="318922" y="75336"/>
                </a:lnTo>
                <a:lnTo>
                  <a:pt x="300456" y="63919"/>
                </a:lnTo>
                <a:lnTo>
                  <a:pt x="278218" y="57073"/>
                </a:lnTo>
                <a:lnTo>
                  <a:pt x="252209" y="54787"/>
                </a:lnTo>
                <a:lnTo>
                  <a:pt x="237718" y="55778"/>
                </a:lnTo>
                <a:lnTo>
                  <a:pt x="196850" y="70573"/>
                </a:lnTo>
                <a:lnTo>
                  <a:pt x="163474" y="101942"/>
                </a:lnTo>
                <a:lnTo>
                  <a:pt x="142798" y="148539"/>
                </a:lnTo>
                <a:lnTo>
                  <a:pt x="138785" y="187147"/>
                </a:lnTo>
                <a:lnTo>
                  <a:pt x="138785" y="196621"/>
                </a:lnTo>
                <a:lnTo>
                  <a:pt x="146913" y="246113"/>
                </a:lnTo>
                <a:lnTo>
                  <a:pt x="171259" y="286131"/>
                </a:lnTo>
                <a:lnTo>
                  <a:pt x="209080" y="312521"/>
                </a:lnTo>
                <a:lnTo>
                  <a:pt x="257619" y="321310"/>
                </a:lnTo>
                <a:lnTo>
                  <a:pt x="275742" y="320344"/>
                </a:lnTo>
                <a:lnTo>
                  <a:pt x="318947" y="305866"/>
                </a:lnTo>
                <a:lnTo>
                  <a:pt x="349897" y="277583"/>
                </a:lnTo>
                <a:lnTo>
                  <a:pt x="358406" y="265950"/>
                </a:lnTo>
                <a:lnTo>
                  <a:pt x="322897" y="237769"/>
                </a:lnTo>
                <a:lnTo>
                  <a:pt x="315506" y="246811"/>
                </a:lnTo>
                <a:lnTo>
                  <a:pt x="308241" y="254457"/>
                </a:lnTo>
                <a:lnTo>
                  <a:pt x="269621" y="273215"/>
                </a:lnTo>
                <a:lnTo>
                  <a:pt x="259880" y="273735"/>
                </a:lnTo>
                <a:lnTo>
                  <a:pt x="245618" y="272402"/>
                </a:lnTo>
                <a:lnTo>
                  <a:pt x="212407" y="252310"/>
                </a:lnTo>
                <a:lnTo>
                  <a:pt x="194487" y="206540"/>
                </a:lnTo>
                <a:lnTo>
                  <a:pt x="359308" y="206540"/>
                </a:lnTo>
                <a:lnTo>
                  <a:pt x="359308" y="181063"/>
                </a:lnTo>
                <a:close/>
              </a:path>
              <a:path w="1662429" h="321309">
                <a:moveTo>
                  <a:pt x="756856" y="149720"/>
                </a:moveTo>
                <a:lnTo>
                  <a:pt x="751027" y="107213"/>
                </a:lnTo>
                <a:lnTo>
                  <a:pt x="720725" y="67729"/>
                </a:lnTo>
                <a:lnTo>
                  <a:pt x="668235" y="54787"/>
                </a:lnTo>
                <a:lnTo>
                  <a:pt x="654596" y="55524"/>
                </a:lnTo>
                <a:lnTo>
                  <a:pt x="609561" y="72059"/>
                </a:lnTo>
                <a:lnTo>
                  <a:pt x="591807" y="87261"/>
                </a:lnTo>
                <a:lnTo>
                  <a:pt x="588022" y="81394"/>
                </a:lnTo>
                <a:lnTo>
                  <a:pt x="555523" y="60566"/>
                </a:lnTo>
                <a:lnTo>
                  <a:pt x="520776" y="54787"/>
                </a:lnTo>
                <a:lnTo>
                  <a:pt x="498297" y="56057"/>
                </a:lnTo>
                <a:lnTo>
                  <a:pt x="479767" y="59867"/>
                </a:lnTo>
                <a:lnTo>
                  <a:pt x="465201" y="66205"/>
                </a:lnTo>
                <a:lnTo>
                  <a:pt x="454596" y="75082"/>
                </a:lnTo>
                <a:lnTo>
                  <a:pt x="454037" y="59296"/>
                </a:lnTo>
                <a:lnTo>
                  <a:pt x="401040" y="59296"/>
                </a:lnTo>
                <a:lnTo>
                  <a:pt x="401040" y="316801"/>
                </a:lnTo>
                <a:lnTo>
                  <a:pt x="456514" y="316801"/>
                </a:lnTo>
                <a:lnTo>
                  <a:pt x="456514" y="132702"/>
                </a:lnTo>
                <a:lnTo>
                  <a:pt x="464375" y="119926"/>
                </a:lnTo>
                <a:lnTo>
                  <a:pt x="475234" y="110794"/>
                </a:lnTo>
                <a:lnTo>
                  <a:pt x="489064" y="105321"/>
                </a:lnTo>
                <a:lnTo>
                  <a:pt x="505891" y="103492"/>
                </a:lnTo>
                <a:lnTo>
                  <a:pt x="515924" y="104140"/>
                </a:lnTo>
                <a:lnTo>
                  <a:pt x="548195" y="127825"/>
                </a:lnTo>
                <a:lnTo>
                  <a:pt x="551218" y="149491"/>
                </a:lnTo>
                <a:lnTo>
                  <a:pt x="551218" y="316801"/>
                </a:lnTo>
                <a:lnTo>
                  <a:pt x="606463" y="316801"/>
                </a:lnTo>
                <a:lnTo>
                  <a:pt x="606463" y="148475"/>
                </a:lnTo>
                <a:lnTo>
                  <a:pt x="608139" y="139471"/>
                </a:lnTo>
                <a:lnTo>
                  <a:pt x="636168" y="106794"/>
                </a:lnTo>
                <a:lnTo>
                  <a:pt x="656069" y="103492"/>
                </a:lnTo>
                <a:lnTo>
                  <a:pt x="666229" y="104076"/>
                </a:lnTo>
                <a:lnTo>
                  <a:pt x="698398" y="126441"/>
                </a:lnTo>
                <a:lnTo>
                  <a:pt x="701382" y="149263"/>
                </a:lnTo>
                <a:lnTo>
                  <a:pt x="701382" y="316801"/>
                </a:lnTo>
                <a:lnTo>
                  <a:pt x="756856" y="316801"/>
                </a:lnTo>
                <a:lnTo>
                  <a:pt x="756856" y="149720"/>
                </a:lnTo>
                <a:close/>
              </a:path>
              <a:path w="1662429" h="321309">
                <a:moveTo>
                  <a:pt x="1017003" y="181063"/>
                </a:moveTo>
                <a:lnTo>
                  <a:pt x="1015860" y="162801"/>
                </a:lnTo>
                <a:lnTo>
                  <a:pt x="961758" y="162801"/>
                </a:lnTo>
                <a:lnTo>
                  <a:pt x="961720" y="162458"/>
                </a:lnTo>
                <a:lnTo>
                  <a:pt x="854214" y="158965"/>
                </a:lnTo>
                <a:lnTo>
                  <a:pt x="856500" y="147447"/>
                </a:lnTo>
                <a:lnTo>
                  <a:pt x="860323" y="136918"/>
                </a:lnTo>
                <a:lnTo>
                  <a:pt x="889635" y="106654"/>
                </a:lnTo>
                <a:lnTo>
                  <a:pt x="909904" y="102590"/>
                </a:lnTo>
                <a:lnTo>
                  <a:pt x="922921" y="103771"/>
                </a:lnTo>
                <a:lnTo>
                  <a:pt x="954112" y="131064"/>
                </a:lnTo>
                <a:lnTo>
                  <a:pt x="961720" y="162458"/>
                </a:lnTo>
                <a:lnTo>
                  <a:pt x="967270" y="162458"/>
                </a:lnTo>
                <a:lnTo>
                  <a:pt x="1015834" y="162458"/>
                </a:lnTo>
                <a:lnTo>
                  <a:pt x="1015403" y="155460"/>
                </a:lnTo>
                <a:lnTo>
                  <a:pt x="1010577" y="131965"/>
                </a:lnTo>
                <a:lnTo>
                  <a:pt x="1002550" y="110578"/>
                </a:lnTo>
                <a:lnTo>
                  <a:pt x="997877" y="102590"/>
                </a:lnTo>
                <a:lnTo>
                  <a:pt x="991298" y="91325"/>
                </a:lnTo>
                <a:lnTo>
                  <a:pt x="976617" y="75336"/>
                </a:lnTo>
                <a:lnTo>
                  <a:pt x="958151" y="63919"/>
                </a:lnTo>
                <a:lnTo>
                  <a:pt x="935913" y="57073"/>
                </a:lnTo>
                <a:lnTo>
                  <a:pt x="909904" y="54787"/>
                </a:lnTo>
                <a:lnTo>
                  <a:pt x="895413" y="55778"/>
                </a:lnTo>
                <a:lnTo>
                  <a:pt x="854544" y="70573"/>
                </a:lnTo>
                <a:lnTo>
                  <a:pt x="821169" y="101942"/>
                </a:lnTo>
                <a:lnTo>
                  <a:pt x="800493" y="148539"/>
                </a:lnTo>
                <a:lnTo>
                  <a:pt x="796480" y="187147"/>
                </a:lnTo>
                <a:lnTo>
                  <a:pt x="796480" y="196621"/>
                </a:lnTo>
                <a:lnTo>
                  <a:pt x="804608" y="246113"/>
                </a:lnTo>
                <a:lnTo>
                  <a:pt x="828954" y="286131"/>
                </a:lnTo>
                <a:lnTo>
                  <a:pt x="866775" y="312521"/>
                </a:lnTo>
                <a:lnTo>
                  <a:pt x="915314" y="321310"/>
                </a:lnTo>
                <a:lnTo>
                  <a:pt x="933437" y="320344"/>
                </a:lnTo>
                <a:lnTo>
                  <a:pt x="976642" y="305866"/>
                </a:lnTo>
                <a:lnTo>
                  <a:pt x="1007592" y="277583"/>
                </a:lnTo>
                <a:lnTo>
                  <a:pt x="1016101" y="265950"/>
                </a:lnTo>
                <a:lnTo>
                  <a:pt x="980592" y="237769"/>
                </a:lnTo>
                <a:lnTo>
                  <a:pt x="973201" y="246811"/>
                </a:lnTo>
                <a:lnTo>
                  <a:pt x="965936" y="254457"/>
                </a:lnTo>
                <a:lnTo>
                  <a:pt x="927315" y="273215"/>
                </a:lnTo>
                <a:lnTo>
                  <a:pt x="917575" y="273735"/>
                </a:lnTo>
                <a:lnTo>
                  <a:pt x="903312" y="272402"/>
                </a:lnTo>
                <a:lnTo>
                  <a:pt x="870102" y="252310"/>
                </a:lnTo>
                <a:lnTo>
                  <a:pt x="852182" y="206540"/>
                </a:lnTo>
                <a:lnTo>
                  <a:pt x="1017003" y="206540"/>
                </a:lnTo>
                <a:lnTo>
                  <a:pt x="1017003" y="181063"/>
                </a:lnTo>
                <a:close/>
              </a:path>
              <a:path w="1662429" h="321309">
                <a:moveTo>
                  <a:pt x="1264602" y="149047"/>
                </a:moveTo>
                <a:lnTo>
                  <a:pt x="1258658" y="105841"/>
                </a:lnTo>
                <a:lnTo>
                  <a:pt x="1228750" y="67157"/>
                </a:lnTo>
                <a:lnTo>
                  <a:pt x="1179601" y="54787"/>
                </a:lnTo>
                <a:lnTo>
                  <a:pt x="1157287" y="56248"/>
                </a:lnTo>
                <a:lnTo>
                  <a:pt x="1138707" y="60629"/>
                </a:lnTo>
                <a:lnTo>
                  <a:pt x="1123861" y="67919"/>
                </a:lnTo>
                <a:lnTo>
                  <a:pt x="1112748" y="78130"/>
                </a:lnTo>
                <a:lnTo>
                  <a:pt x="1111846" y="59296"/>
                </a:lnTo>
                <a:lnTo>
                  <a:pt x="1059192" y="59296"/>
                </a:lnTo>
                <a:lnTo>
                  <a:pt x="1059192" y="316801"/>
                </a:lnTo>
                <a:lnTo>
                  <a:pt x="1114437" y="316801"/>
                </a:lnTo>
                <a:lnTo>
                  <a:pt x="1114437" y="137312"/>
                </a:lnTo>
                <a:lnTo>
                  <a:pt x="1118501" y="130403"/>
                </a:lnTo>
                <a:lnTo>
                  <a:pt x="1150315" y="105918"/>
                </a:lnTo>
                <a:lnTo>
                  <a:pt x="1167193" y="103492"/>
                </a:lnTo>
                <a:lnTo>
                  <a:pt x="1177023" y="104140"/>
                </a:lnTo>
                <a:lnTo>
                  <a:pt x="1208481" y="137795"/>
                </a:lnTo>
                <a:lnTo>
                  <a:pt x="1209141" y="149720"/>
                </a:lnTo>
                <a:lnTo>
                  <a:pt x="1209141" y="316801"/>
                </a:lnTo>
                <a:lnTo>
                  <a:pt x="1264602" y="316801"/>
                </a:lnTo>
                <a:lnTo>
                  <a:pt x="1264602" y="149047"/>
                </a:lnTo>
                <a:close/>
              </a:path>
              <a:path w="1662429" h="321309">
                <a:moveTo>
                  <a:pt x="1427873" y="314998"/>
                </a:moveTo>
                <a:lnTo>
                  <a:pt x="1427645" y="267538"/>
                </a:lnTo>
                <a:lnTo>
                  <a:pt x="1411414" y="270827"/>
                </a:lnTo>
                <a:lnTo>
                  <a:pt x="1405585" y="271653"/>
                </a:lnTo>
                <a:lnTo>
                  <a:pt x="1401267" y="271932"/>
                </a:lnTo>
                <a:lnTo>
                  <a:pt x="1395552" y="271932"/>
                </a:lnTo>
                <a:lnTo>
                  <a:pt x="1390777" y="270725"/>
                </a:lnTo>
                <a:lnTo>
                  <a:pt x="1383118" y="265849"/>
                </a:lnTo>
                <a:lnTo>
                  <a:pt x="1381201" y="259600"/>
                </a:lnTo>
                <a:lnTo>
                  <a:pt x="1381201" y="104851"/>
                </a:lnTo>
                <a:lnTo>
                  <a:pt x="1426743" y="104851"/>
                </a:lnTo>
                <a:lnTo>
                  <a:pt x="1426743" y="59296"/>
                </a:lnTo>
                <a:lnTo>
                  <a:pt x="1381201" y="59296"/>
                </a:lnTo>
                <a:lnTo>
                  <a:pt x="1381201" y="0"/>
                </a:lnTo>
                <a:lnTo>
                  <a:pt x="1325956" y="0"/>
                </a:lnTo>
                <a:lnTo>
                  <a:pt x="1325956" y="59296"/>
                </a:lnTo>
                <a:lnTo>
                  <a:pt x="1281315" y="59296"/>
                </a:lnTo>
                <a:lnTo>
                  <a:pt x="1281315" y="104851"/>
                </a:lnTo>
                <a:lnTo>
                  <a:pt x="1325956" y="104851"/>
                </a:lnTo>
                <a:lnTo>
                  <a:pt x="1325956" y="249377"/>
                </a:lnTo>
                <a:lnTo>
                  <a:pt x="1327124" y="267804"/>
                </a:lnTo>
                <a:lnTo>
                  <a:pt x="1344561" y="305308"/>
                </a:lnTo>
                <a:lnTo>
                  <a:pt x="1388872" y="321310"/>
                </a:lnTo>
                <a:lnTo>
                  <a:pt x="1398447" y="320916"/>
                </a:lnTo>
                <a:lnTo>
                  <a:pt x="1408150" y="319735"/>
                </a:lnTo>
                <a:lnTo>
                  <a:pt x="1417955" y="317754"/>
                </a:lnTo>
                <a:lnTo>
                  <a:pt x="1427873" y="314998"/>
                </a:lnTo>
                <a:close/>
              </a:path>
              <a:path w="1662429" h="321309">
                <a:moveTo>
                  <a:pt x="1662303" y="242163"/>
                </a:moveTo>
                <a:lnTo>
                  <a:pt x="1648853" y="200799"/>
                </a:lnTo>
                <a:lnTo>
                  <a:pt x="1608886" y="174802"/>
                </a:lnTo>
                <a:lnTo>
                  <a:pt x="1568157" y="162458"/>
                </a:lnTo>
                <a:lnTo>
                  <a:pt x="1553375" y="158838"/>
                </a:lnTo>
                <a:lnTo>
                  <a:pt x="1541589" y="155295"/>
                </a:lnTo>
                <a:lnTo>
                  <a:pt x="1532801" y="151853"/>
                </a:lnTo>
                <a:lnTo>
                  <a:pt x="1527009" y="148475"/>
                </a:lnTo>
                <a:lnTo>
                  <a:pt x="1521294" y="143967"/>
                </a:lnTo>
                <a:lnTo>
                  <a:pt x="1518437" y="138290"/>
                </a:lnTo>
                <a:lnTo>
                  <a:pt x="1518437" y="124612"/>
                </a:lnTo>
                <a:lnTo>
                  <a:pt x="1560156" y="102590"/>
                </a:lnTo>
                <a:lnTo>
                  <a:pt x="1570380" y="103314"/>
                </a:lnTo>
                <a:lnTo>
                  <a:pt x="1601736" y="127393"/>
                </a:lnTo>
                <a:lnTo>
                  <a:pt x="1604581" y="144538"/>
                </a:lnTo>
                <a:lnTo>
                  <a:pt x="1659826" y="144538"/>
                </a:lnTo>
                <a:lnTo>
                  <a:pt x="1644789" y="92176"/>
                </a:lnTo>
                <a:lnTo>
                  <a:pt x="1601558" y="60858"/>
                </a:lnTo>
                <a:lnTo>
                  <a:pt x="1560156" y="54787"/>
                </a:lnTo>
                <a:lnTo>
                  <a:pt x="1539443" y="56235"/>
                </a:lnTo>
                <a:lnTo>
                  <a:pt x="1489811" y="77787"/>
                </a:lnTo>
                <a:lnTo>
                  <a:pt x="1464652" y="117360"/>
                </a:lnTo>
                <a:lnTo>
                  <a:pt x="1462976" y="132803"/>
                </a:lnTo>
                <a:lnTo>
                  <a:pt x="1464614" y="148780"/>
                </a:lnTo>
                <a:lnTo>
                  <a:pt x="1489125" y="184111"/>
                </a:lnTo>
                <a:lnTo>
                  <a:pt x="1537411" y="205155"/>
                </a:lnTo>
                <a:lnTo>
                  <a:pt x="1572514" y="213550"/>
                </a:lnTo>
                <a:lnTo>
                  <a:pt x="1584426" y="217335"/>
                </a:lnTo>
                <a:lnTo>
                  <a:pt x="1593202" y="221386"/>
                </a:lnTo>
                <a:lnTo>
                  <a:pt x="1598828" y="225704"/>
                </a:lnTo>
                <a:lnTo>
                  <a:pt x="1604314" y="231648"/>
                </a:lnTo>
                <a:lnTo>
                  <a:pt x="1607058" y="238188"/>
                </a:lnTo>
                <a:lnTo>
                  <a:pt x="1607058" y="245325"/>
                </a:lnTo>
                <a:lnTo>
                  <a:pt x="1607058" y="253136"/>
                </a:lnTo>
                <a:lnTo>
                  <a:pt x="1572145" y="272999"/>
                </a:lnTo>
                <a:lnTo>
                  <a:pt x="1561287" y="273507"/>
                </a:lnTo>
                <a:lnTo>
                  <a:pt x="1552524" y="272986"/>
                </a:lnTo>
                <a:lnTo>
                  <a:pt x="1514894" y="251498"/>
                </a:lnTo>
                <a:lnTo>
                  <a:pt x="1509763" y="227965"/>
                </a:lnTo>
                <a:lnTo>
                  <a:pt x="1454632" y="227965"/>
                </a:lnTo>
                <a:lnTo>
                  <a:pt x="1470228" y="280365"/>
                </a:lnTo>
                <a:lnTo>
                  <a:pt x="1515960" y="314629"/>
                </a:lnTo>
                <a:lnTo>
                  <a:pt x="1561287" y="321310"/>
                </a:lnTo>
                <a:lnTo>
                  <a:pt x="1582712" y="319951"/>
                </a:lnTo>
                <a:lnTo>
                  <a:pt x="1634223" y="299554"/>
                </a:lnTo>
                <a:lnTo>
                  <a:pt x="1660550" y="259067"/>
                </a:lnTo>
                <a:lnTo>
                  <a:pt x="1662303" y="242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2148" y="1535290"/>
            <a:ext cx="9739630" cy="5853430"/>
          </a:xfrm>
          <a:custGeom>
            <a:avLst/>
            <a:gdLst/>
            <a:ahLst/>
            <a:cxnLst/>
            <a:rect l="l" t="t" r="r" b="b"/>
            <a:pathLst>
              <a:path w="9739630" h="5853430">
                <a:moveTo>
                  <a:pt x="9739490" y="5844857"/>
                </a:moveTo>
                <a:lnTo>
                  <a:pt x="0" y="5844857"/>
                </a:lnTo>
                <a:lnTo>
                  <a:pt x="0" y="5853290"/>
                </a:lnTo>
                <a:lnTo>
                  <a:pt x="9739490" y="5853290"/>
                </a:lnTo>
                <a:lnTo>
                  <a:pt x="9739490" y="5844857"/>
                </a:lnTo>
                <a:close/>
              </a:path>
              <a:path w="9739630" h="5853430">
                <a:moveTo>
                  <a:pt x="9739490" y="0"/>
                </a:moveTo>
                <a:lnTo>
                  <a:pt x="0" y="0"/>
                </a:lnTo>
                <a:lnTo>
                  <a:pt x="0" y="5503773"/>
                </a:lnTo>
                <a:lnTo>
                  <a:pt x="9739490" y="5503773"/>
                </a:lnTo>
                <a:lnTo>
                  <a:pt x="9739490" y="0"/>
                </a:lnTo>
                <a:close/>
              </a:path>
            </a:pathLst>
          </a:custGeom>
          <a:solidFill>
            <a:srgbClr val="C4D0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29" y="0"/>
            <a:ext cx="10075545" cy="7556500"/>
          </a:xfrm>
          <a:custGeom>
            <a:avLst/>
            <a:gdLst/>
            <a:ahLst/>
            <a:cxnLst/>
            <a:rect l="l" t="t" r="r" b="b"/>
            <a:pathLst>
              <a:path w="10075545" h="7556500">
                <a:moveTo>
                  <a:pt x="10075329" y="0"/>
                </a:moveTo>
                <a:lnTo>
                  <a:pt x="9907410" y="0"/>
                </a:lnTo>
                <a:lnTo>
                  <a:pt x="9907410" y="1535290"/>
                </a:lnTo>
                <a:lnTo>
                  <a:pt x="9907410" y="7388580"/>
                </a:lnTo>
                <a:lnTo>
                  <a:pt x="167919" y="7388580"/>
                </a:lnTo>
                <a:lnTo>
                  <a:pt x="167919" y="1535290"/>
                </a:lnTo>
                <a:lnTo>
                  <a:pt x="9907410" y="1535290"/>
                </a:lnTo>
                <a:lnTo>
                  <a:pt x="9907410" y="0"/>
                </a:lnTo>
                <a:lnTo>
                  <a:pt x="167919" y="0"/>
                </a:lnTo>
                <a:lnTo>
                  <a:pt x="0" y="0"/>
                </a:lnTo>
                <a:lnTo>
                  <a:pt x="0" y="1535290"/>
                </a:lnTo>
                <a:lnTo>
                  <a:pt x="0" y="7388580"/>
                </a:lnTo>
                <a:lnTo>
                  <a:pt x="0" y="7556500"/>
                </a:lnTo>
                <a:lnTo>
                  <a:pt x="167919" y="7556500"/>
                </a:lnTo>
                <a:lnTo>
                  <a:pt x="9907410" y="7556500"/>
                </a:lnTo>
                <a:lnTo>
                  <a:pt x="10075329" y="7556500"/>
                </a:lnTo>
                <a:lnTo>
                  <a:pt x="10075329" y="7388580"/>
                </a:lnTo>
                <a:lnTo>
                  <a:pt x="10075329" y="1535290"/>
                </a:lnTo>
                <a:lnTo>
                  <a:pt x="100753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8796" y="7039053"/>
            <a:ext cx="9733280" cy="341630"/>
          </a:xfrm>
          <a:custGeom>
            <a:avLst/>
            <a:gdLst/>
            <a:ahLst/>
            <a:cxnLst/>
            <a:rect l="l" t="t" r="r" b="b"/>
            <a:pathLst>
              <a:path w="9733280" h="341629">
                <a:moveTo>
                  <a:pt x="9732773" y="341092"/>
                </a:moveTo>
                <a:lnTo>
                  <a:pt x="0" y="341092"/>
                </a:lnTo>
                <a:lnTo>
                  <a:pt x="0" y="0"/>
                </a:lnTo>
                <a:lnTo>
                  <a:pt x="9732773" y="0"/>
                </a:lnTo>
                <a:lnTo>
                  <a:pt x="9732773" y="341092"/>
                </a:lnTo>
                <a:close/>
              </a:path>
            </a:pathLst>
          </a:custGeom>
          <a:solidFill>
            <a:srgbClr val="8BA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2155" y="171280"/>
            <a:ext cx="9733280" cy="7214234"/>
          </a:xfrm>
          <a:custGeom>
            <a:avLst/>
            <a:gdLst/>
            <a:ahLst/>
            <a:cxnLst/>
            <a:rect l="l" t="t" r="r" b="b"/>
            <a:pathLst>
              <a:path w="9733280" h="7214234">
                <a:moveTo>
                  <a:pt x="0" y="0"/>
                </a:moveTo>
                <a:lnTo>
                  <a:pt x="9732773" y="0"/>
                </a:lnTo>
                <a:lnTo>
                  <a:pt x="9732773" y="7213938"/>
                </a:lnTo>
                <a:lnTo>
                  <a:pt x="0" y="7213938"/>
                </a:lnTo>
                <a:lnTo>
                  <a:pt x="0" y="0"/>
                </a:lnTo>
                <a:close/>
              </a:path>
            </a:pathLst>
          </a:custGeom>
          <a:ln w="13993">
            <a:solidFill>
              <a:srgbClr val="7B98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2148" y="1399793"/>
            <a:ext cx="5709920" cy="14604"/>
          </a:xfrm>
          <a:custGeom>
            <a:avLst/>
            <a:gdLst/>
            <a:ahLst/>
            <a:cxnLst/>
            <a:rect l="l" t="t" r="r" b="b"/>
            <a:pathLst>
              <a:path w="5709920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5709920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5709920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5709920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5709920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5709920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5709920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5709920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5709920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5709920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5709920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5709920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5709920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5709920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5709920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5709920" h="14605">
                <a:moveTo>
                  <a:pt x="1091488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488" y="13995"/>
                </a:lnTo>
                <a:lnTo>
                  <a:pt x="1091488" y="0"/>
                </a:lnTo>
                <a:close/>
              </a:path>
              <a:path w="5709920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5709920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5709920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5709920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5709920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5709920" h="14605">
                <a:moveTo>
                  <a:pt x="1511300" y="0"/>
                </a:moveTo>
                <a:lnTo>
                  <a:pt x="1469313" y="0"/>
                </a:lnTo>
                <a:lnTo>
                  <a:pt x="1469313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5709920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5709920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5709920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5709920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5709920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5709920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5709920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5709920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5709920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5709920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5709920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5709920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5709920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5709920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5709920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5709920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5709920" h="14605">
                <a:moveTo>
                  <a:pt x="2700744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44" y="13995"/>
                </a:lnTo>
                <a:lnTo>
                  <a:pt x="2700744" y="0"/>
                </a:lnTo>
                <a:close/>
              </a:path>
              <a:path w="5709920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5709920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5709920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5709920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5709920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5709920" h="14605">
                <a:moveTo>
                  <a:pt x="3120555" y="0"/>
                </a:moveTo>
                <a:lnTo>
                  <a:pt x="3078569" y="0"/>
                </a:lnTo>
                <a:lnTo>
                  <a:pt x="3078569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5709920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5709920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5709920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5709920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5709920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5709920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5709920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5709920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5709920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5709920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5709920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5709920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5709920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5709920" h="14605">
                <a:moveTo>
                  <a:pt x="4100106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100106" y="13995"/>
                </a:lnTo>
                <a:lnTo>
                  <a:pt x="4100106" y="0"/>
                </a:lnTo>
                <a:close/>
              </a:path>
              <a:path w="5709920" h="14605">
                <a:moveTo>
                  <a:pt x="4170070" y="0"/>
                </a:moveTo>
                <a:lnTo>
                  <a:pt x="4128084" y="0"/>
                </a:lnTo>
                <a:lnTo>
                  <a:pt x="4128084" y="13995"/>
                </a:lnTo>
                <a:lnTo>
                  <a:pt x="4170070" y="13995"/>
                </a:lnTo>
                <a:lnTo>
                  <a:pt x="4170070" y="0"/>
                </a:lnTo>
                <a:close/>
              </a:path>
              <a:path w="5709920" h="14605">
                <a:moveTo>
                  <a:pt x="4240034" y="0"/>
                </a:moveTo>
                <a:lnTo>
                  <a:pt x="4198061" y="0"/>
                </a:lnTo>
                <a:lnTo>
                  <a:pt x="4198061" y="13995"/>
                </a:lnTo>
                <a:lnTo>
                  <a:pt x="4240034" y="13995"/>
                </a:lnTo>
                <a:lnTo>
                  <a:pt x="4240034" y="0"/>
                </a:lnTo>
                <a:close/>
              </a:path>
              <a:path w="5709920" h="14605">
                <a:moveTo>
                  <a:pt x="4309999" y="0"/>
                </a:moveTo>
                <a:lnTo>
                  <a:pt x="4268025" y="0"/>
                </a:lnTo>
                <a:lnTo>
                  <a:pt x="4268025" y="13995"/>
                </a:lnTo>
                <a:lnTo>
                  <a:pt x="4309999" y="13995"/>
                </a:lnTo>
                <a:lnTo>
                  <a:pt x="4309999" y="0"/>
                </a:lnTo>
                <a:close/>
              </a:path>
              <a:path w="5709920" h="14605">
                <a:moveTo>
                  <a:pt x="4379976" y="0"/>
                </a:moveTo>
                <a:lnTo>
                  <a:pt x="4337990" y="0"/>
                </a:lnTo>
                <a:lnTo>
                  <a:pt x="4337990" y="13995"/>
                </a:lnTo>
                <a:lnTo>
                  <a:pt x="4379976" y="13995"/>
                </a:lnTo>
                <a:lnTo>
                  <a:pt x="4379976" y="0"/>
                </a:lnTo>
                <a:close/>
              </a:path>
              <a:path w="5709920" h="14605">
                <a:moveTo>
                  <a:pt x="4449940" y="0"/>
                </a:moveTo>
                <a:lnTo>
                  <a:pt x="4407954" y="0"/>
                </a:lnTo>
                <a:lnTo>
                  <a:pt x="4407954" y="13995"/>
                </a:lnTo>
                <a:lnTo>
                  <a:pt x="4449940" y="13995"/>
                </a:lnTo>
                <a:lnTo>
                  <a:pt x="4449940" y="0"/>
                </a:lnTo>
                <a:close/>
              </a:path>
              <a:path w="5709920" h="14605">
                <a:moveTo>
                  <a:pt x="5289550" y="0"/>
                </a:moveTo>
                <a:lnTo>
                  <a:pt x="5247576" y="0"/>
                </a:lnTo>
                <a:lnTo>
                  <a:pt x="5247576" y="13995"/>
                </a:lnTo>
                <a:lnTo>
                  <a:pt x="5289550" y="13995"/>
                </a:lnTo>
                <a:lnTo>
                  <a:pt x="5289550" y="0"/>
                </a:lnTo>
                <a:close/>
              </a:path>
              <a:path w="5709920" h="14605">
                <a:moveTo>
                  <a:pt x="5359514" y="0"/>
                </a:moveTo>
                <a:lnTo>
                  <a:pt x="5317541" y="0"/>
                </a:lnTo>
                <a:lnTo>
                  <a:pt x="5317541" y="13995"/>
                </a:lnTo>
                <a:lnTo>
                  <a:pt x="5359514" y="13995"/>
                </a:lnTo>
                <a:lnTo>
                  <a:pt x="5359514" y="0"/>
                </a:lnTo>
                <a:close/>
              </a:path>
              <a:path w="5709920" h="14605">
                <a:moveTo>
                  <a:pt x="5429491" y="0"/>
                </a:moveTo>
                <a:lnTo>
                  <a:pt x="5387505" y="0"/>
                </a:lnTo>
                <a:lnTo>
                  <a:pt x="5387505" y="13995"/>
                </a:lnTo>
                <a:lnTo>
                  <a:pt x="5429491" y="13995"/>
                </a:lnTo>
                <a:lnTo>
                  <a:pt x="5429491" y="0"/>
                </a:lnTo>
                <a:close/>
              </a:path>
              <a:path w="5709920" h="14605">
                <a:moveTo>
                  <a:pt x="5499455" y="0"/>
                </a:moveTo>
                <a:lnTo>
                  <a:pt x="5457469" y="0"/>
                </a:lnTo>
                <a:lnTo>
                  <a:pt x="5457469" y="13995"/>
                </a:lnTo>
                <a:lnTo>
                  <a:pt x="5499455" y="13995"/>
                </a:lnTo>
                <a:lnTo>
                  <a:pt x="5499455" y="0"/>
                </a:lnTo>
                <a:close/>
              </a:path>
              <a:path w="5709920" h="14605">
                <a:moveTo>
                  <a:pt x="5569420" y="0"/>
                </a:moveTo>
                <a:lnTo>
                  <a:pt x="5527446" y="0"/>
                </a:lnTo>
                <a:lnTo>
                  <a:pt x="5527446" y="13995"/>
                </a:lnTo>
                <a:lnTo>
                  <a:pt x="5569420" y="13995"/>
                </a:lnTo>
                <a:lnTo>
                  <a:pt x="5569420" y="0"/>
                </a:lnTo>
                <a:close/>
              </a:path>
              <a:path w="5709920" h="14605">
                <a:moveTo>
                  <a:pt x="5639384" y="0"/>
                </a:moveTo>
                <a:lnTo>
                  <a:pt x="5597410" y="0"/>
                </a:lnTo>
                <a:lnTo>
                  <a:pt x="5597410" y="13995"/>
                </a:lnTo>
                <a:lnTo>
                  <a:pt x="5639384" y="13995"/>
                </a:lnTo>
                <a:lnTo>
                  <a:pt x="5639384" y="0"/>
                </a:lnTo>
                <a:close/>
              </a:path>
              <a:path w="5709920" h="14605">
                <a:moveTo>
                  <a:pt x="5709361" y="0"/>
                </a:moveTo>
                <a:lnTo>
                  <a:pt x="5667375" y="0"/>
                </a:lnTo>
                <a:lnTo>
                  <a:pt x="5667375" y="13995"/>
                </a:lnTo>
                <a:lnTo>
                  <a:pt x="5709361" y="13995"/>
                </a:lnTo>
                <a:lnTo>
                  <a:pt x="5709361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839523" y="1399793"/>
            <a:ext cx="4065904" cy="14604"/>
          </a:xfrm>
          <a:custGeom>
            <a:avLst/>
            <a:gdLst/>
            <a:ahLst/>
            <a:cxnLst/>
            <a:rect l="l" t="t" r="r" b="b"/>
            <a:pathLst>
              <a:path w="4065904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4065904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4065904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4065904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4065904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4065904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4065904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4065904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4065904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4065904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4065904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4065904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4065904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4065904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4065904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4065904" h="14605">
                <a:moveTo>
                  <a:pt x="1091501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501" y="13995"/>
                </a:lnTo>
                <a:lnTo>
                  <a:pt x="1091501" y="0"/>
                </a:lnTo>
                <a:close/>
              </a:path>
              <a:path w="4065904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4065904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4065904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4065904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4065904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4065904" h="14605">
                <a:moveTo>
                  <a:pt x="1511300" y="0"/>
                </a:moveTo>
                <a:lnTo>
                  <a:pt x="1469326" y="0"/>
                </a:lnTo>
                <a:lnTo>
                  <a:pt x="1469326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4065904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4065904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4065904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4065904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4065904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4065904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4065904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4065904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4065904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4065904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4065904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4065904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4065904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4065904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4065904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4065904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4065904" h="14605">
                <a:moveTo>
                  <a:pt x="2700756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56" y="13995"/>
                </a:lnTo>
                <a:lnTo>
                  <a:pt x="2700756" y="0"/>
                </a:lnTo>
                <a:close/>
              </a:path>
              <a:path w="4065904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4065904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4065904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4065904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4065904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4065904" h="14605">
                <a:moveTo>
                  <a:pt x="3120555" y="0"/>
                </a:moveTo>
                <a:lnTo>
                  <a:pt x="3078581" y="0"/>
                </a:lnTo>
                <a:lnTo>
                  <a:pt x="3078581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4065904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4065904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4065904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4065904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4065904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4065904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4065904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4065904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4065904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4065904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4065904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4065904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4065904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4065904" h="14605">
                <a:moveTo>
                  <a:pt x="4065397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065397" y="13995"/>
                </a:lnTo>
                <a:lnTo>
                  <a:pt x="4065397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0081" y="1053410"/>
            <a:ext cx="741656" cy="67168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75576" y="565949"/>
            <a:ext cx="923290" cy="364490"/>
          </a:xfrm>
          <a:custGeom>
            <a:avLst/>
            <a:gdLst/>
            <a:ahLst/>
            <a:cxnLst/>
            <a:rect l="l" t="t" r="r" b="b"/>
            <a:pathLst>
              <a:path w="923290" h="364490">
                <a:moveTo>
                  <a:pt x="249834" y="124917"/>
                </a:moveTo>
                <a:lnTo>
                  <a:pt x="241909" y="82384"/>
                </a:lnTo>
                <a:lnTo>
                  <a:pt x="218147" y="48133"/>
                </a:lnTo>
                <a:lnTo>
                  <a:pt x="192786" y="31457"/>
                </a:lnTo>
                <a:lnTo>
                  <a:pt x="192786" y="125361"/>
                </a:lnTo>
                <a:lnTo>
                  <a:pt x="191858" y="137401"/>
                </a:lnTo>
                <a:lnTo>
                  <a:pt x="169341" y="173304"/>
                </a:lnTo>
                <a:lnTo>
                  <a:pt x="127838" y="182194"/>
                </a:lnTo>
                <a:lnTo>
                  <a:pt x="57048" y="182194"/>
                </a:lnTo>
                <a:lnTo>
                  <a:pt x="57048" y="67195"/>
                </a:lnTo>
                <a:lnTo>
                  <a:pt x="127838" y="67195"/>
                </a:lnTo>
                <a:lnTo>
                  <a:pt x="169189" y="77152"/>
                </a:lnTo>
                <a:lnTo>
                  <a:pt x="191846" y="114300"/>
                </a:lnTo>
                <a:lnTo>
                  <a:pt x="192786" y="125361"/>
                </a:lnTo>
                <a:lnTo>
                  <a:pt x="192786" y="31457"/>
                </a:lnTo>
                <a:lnTo>
                  <a:pt x="179730" y="25565"/>
                </a:lnTo>
                <a:lnTo>
                  <a:pt x="155473" y="19913"/>
                </a:lnTo>
                <a:lnTo>
                  <a:pt x="127838" y="18034"/>
                </a:lnTo>
                <a:lnTo>
                  <a:pt x="0" y="18034"/>
                </a:lnTo>
                <a:lnTo>
                  <a:pt x="0" y="359867"/>
                </a:lnTo>
                <a:lnTo>
                  <a:pt x="57048" y="359867"/>
                </a:lnTo>
                <a:lnTo>
                  <a:pt x="57048" y="231114"/>
                </a:lnTo>
                <a:lnTo>
                  <a:pt x="127838" y="231114"/>
                </a:lnTo>
                <a:lnTo>
                  <a:pt x="179654" y="224180"/>
                </a:lnTo>
                <a:lnTo>
                  <a:pt x="218033" y="203377"/>
                </a:lnTo>
                <a:lnTo>
                  <a:pt x="241884" y="169837"/>
                </a:lnTo>
                <a:lnTo>
                  <a:pt x="247891" y="148247"/>
                </a:lnTo>
                <a:lnTo>
                  <a:pt x="249834" y="124917"/>
                </a:lnTo>
                <a:close/>
              </a:path>
              <a:path w="923290" h="364490">
                <a:moveTo>
                  <a:pt x="418998" y="103492"/>
                </a:moveTo>
                <a:lnTo>
                  <a:pt x="412902" y="101028"/>
                </a:lnTo>
                <a:lnTo>
                  <a:pt x="406654" y="99263"/>
                </a:lnTo>
                <a:lnTo>
                  <a:pt x="400278" y="98209"/>
                </a:lnTo>
                <a:lnTo>
                  <a:pt x="393750" y="97853"/>
                </a:lnTo>
                <a:lnTo>
                  <a:pt x="374904" y="98894"/>
                </a:lnTo>
                <a:lnTo>
                  <a:pt x="359981" y="102006"/>
                </a:lnTo>
                <a:lnTo>
                  <a:pt x="348970" y="107175"/>
                </a:lnTo>
                <a:lnTo>
                  <a:pt x="341884" y="114427"/>
                </a:lnTo>
                <a:lnTo>
                  <a:pt x="341439" y="102362"/>
                </a:lnTo>
                <a:lnTo>
                  <a:pt x="287540" y="102362"/>
                </a:lnTo>
                <a:lnTo>
                  <a:pt x="287540" y="359867"/>
                </a:lnTo>
                <a:lnTo>
                  <a:pt x="342785" y="359867"/>
                </a:lnTo>
                <a:lnTo>
                  <a:pt x="342785" y="181279"/>
                </a:lnTo>
                <a:lnTo>
                  <a:pt x="350583" y="168262"/>
                </a:lnTo>
                <a:lnTo>
                  <a:pt x="361340" y="158965"/>
                </a:lnTo>
                <a:lnTo>
                  <a:pt x="375043" y="153377"/>
                </a:lnTo>
                <a:lnTo>
                  <a:pt x="391718" y="151523"/>
                </a:lnTo>
                <a:lnTo>
                  <a:pt x="397294" y="151726"/>
                </a:lnTo>
                <a:lnTo>
                  <a:pt x="403669" y="152336"/>
                </a:lnTo>
                <a:lnTo>
                  <a:pt x="418782" y="154787"/>
                </a:lnTo>
                <a:lnTo>
                  <a:pt x="418998" y="103492"/>
                </a:lnTo>
                <a:close/>
              </a:path>
              <a:path w="923290" h="364490">
                <a:moveTo>
                  <a:pt x="661517" y="226377"/>
                </a:moveTo>
                <a:lnTo>
                  <a:pt x="653122" y="176212"/>
                </a:lnTo>
                <a:lnTo>
                  <a:pt x="629272" y="134835"/>
                </a:lnTo>
                <a:lnTo>
                  <a:pt x="606044" y="115189"/>
                </a:lnTo>
                <a:lnTo>
                  <a:pt x="606044" y="228638"/>
                </a:lnTo>
                <a:lnTo>
                  <a:pt x="606044" y="234505"/>
                </a:lnTo>
                <a:lnTo>
                  <a:pt x="596963" y="280073"/>
                </a:lnTo>
                <a:lnTo>
                  <a:pt x="570712" y="310515"/>
                </a:lnTo>
                <a:lnTo>
                  <a:pt x="558177" y="315061"/>
                </a:lnTo>
                <a:lnTo>
                  <a:pt x="558317" y="315061"/>
                </a:lnTo>
                <a:lnTo>
                  <a:pt x="543814" y="316572"/>
                </a:lnTo>
                <a:lnTo>
                  <a:pt x="529170" y="315061"/>
                </a:lnTo>
                <a:lnTo>
                  <a:pt x="516445" y="310515"/>
                </a:lnTo>
                <a:lnTo>
                  <a:pt x="489953" y="279590"/>
                </a:lnTo>
                <a:lnTo>
                  <a:pt x="481177" y="234505"/>
                </a:lnTo>
                <a:lnTo>
                  <a:pt x="481126" y="228638"/>
                </a:lnTo>
                <a:lnTo>
                  <a:pt x="482117" y="212305"/>
                </a:lnTo>
                <a:lnTo>
                  <a:pt x="496798" y="170243"/>
                </a:lnTo>
                <a:lnTo>
                  <a:pt x="528916" y="147193"/>
                </a:lnTo>
                <a:lnTo>
                  <a:pt x="543369" y="145656"/>
                </a:lnTo>
                <a:lnTo>
                  <a:pt x="557911" y="147193"/>
                </a:lnTo>
                <a:lnTo>
                  <a:pt x="590156" y="170243"/>
                </a:lnTo>
                <a:lnTo>
                  <a:pt x="605053" y="212305"/>
                </a:lnTo>
                <a:lnTo>
                  <a:pt x="606044" y="228638"/>
                </a:lnTo>
                <a:lnTo>
                  <a:pt x="606044" y="115189"/>
                </a:lnTo>
                <a:lnTo>
                  <a:pt x="592010" y="107099"/>
                </a:lnTo>
                <a:lnTo>
                  <a:pt x="569112" y="100164"/>
                </a:lnTo>
                <a:lnTo>
                  <a:pt x="543369" y="97853"/>
                </a:lnTo>
                <a:lnTo>
                  <a:pt x="518083" y="100164"/>
                </a:lnTo>
                <a:lnTo>
                  <a:pt x="517753" y="100164"/>
                </a:lnTo>
                <a:lnTo>
                  <a:pt x="474662" y="119037"/>
                </a:lnTo>
                <a:lnTo>
                  <a:pt x="443649" y="155460"/>
                </a:lnTo>
                <a:lnTo>
                  <a:pt x="427863" y="202018"/>
                </a:lnTo>
                <a:lnTo>
                  <a:pt x="425894" y="228638"/>
                </a:lnTo>
                <a:lnTo>
                  <a:pt x="425945" y="234505"/>
                </a:lnTo>
                <a:lnTo>
                  <a:pt x="433806" y="284810"/>
                </a:lnTo>
                <a:lnTo>
                  <a:pt x="457568" y="326834"/>
                </a:lnTo>
                <a:lnTo>
                  <a:pt x="494969" y="354990"/>
                </a:lnTo>
                <a:lnTo>
                  <a:pt x="543814" y="364375"/>
                </a:lnTo>
                <a:lnTo>
                  <a:pt x="569569" y="362026"/>
                </a:lnTo>
                <a:lnTo>
                  <a:pt x="592493" y="354990"/>
                </a:lnTo>
                <a:lnTo>
                  <a:pt x="612584" y="343255"/>
                </a:lnTo>
                <a:lnTo>
                  <a:pt x="629831" y="326834"/>
                </a:lnTo>
                <a:lnTo>
                  <a:pt x="636981" y="316572"/>
                </a:lnTo>
                <a:lnTo>
                  <a:pt x="643699" y="306946"/>
                </a:lnTo>
                <a:lnTo>
                  <a:pt x="653592" y="284810"/>
                </a:lnTo>
                <a:lnTo>
                  <a:pt x="659536" y="260438"/>
                </a:lnTo>
                <a:lnTo>
                  <a:pt x="661466" y="234505"/>
                </a:lnTo>
                <a:lnTo>
                  <a:pt x="661517" y="226377"/>
                </a:lnTo>
                <a:close/>
              </a:path>
              <a:path w="923290" h="364490">
                <a:moveTo>
                  <a:pt x="922883" y="229082"/>
                </a:moveTo>
                <a:lnTo>
                  <a:pt x="916292" y="176415"/>
                </a:lnTo>
                <a:lnTo>
                  <a:pt x="896505" y="134493"/>
                </a:lnTo>
                <a:lnTo>
                  <a:pt x="867410" y="108978"/>
                </a:lnTo>
                <a:lnTo>
                  <a:pt x="867410" y="229082"/>
                </a:lnTo>
                <a:lnTo>
                  <a:pt x="867410" y="233819"/>
                </a:lnTo>
                <a:lnTo>
                  <a:pt x="859866" y="279425"/>
                </a:lnTo>
                <a:lnTo>
                  <a:pt x="836549" y="309562"/>
                </a:lnTo>
                <a:lnTo>
                  <a:pt x="810818" y="315442"/>
                </a:lnTo>
                <a:lnTo>
                  <a:pt x="801128" y="314833"/>
                </a:lnTo>
                <a:lnTo>
                  <a:pt x="766254" y="294843"/>
                </a:lnTo>
                <a:lnTo>
                  <a:pt x="758063" y="282295"/>
                </a:lnTo>
                <a:lnTo>
                  <a:pt x="758063" y="179260"/>
                </a:lnTo>
                <a:lnTo>
                  <a:pt x="791819" y="149009"/>
                </a:lnTo>
                <a:lnTo>
                  <a:pt x="810374" y="146558"/>
                </a:lnTo>
                <a:lnTo>
                  <a:pt x="824979" y="148056"/>
                </a:lnTo>
                <a:lnTo>
                  <a:pt x="860247" y="183197"/>
                </a:lnTo>
                <a:lnTo>
                  <a:pt x="867410" y="229082"/>
                </a:lnTo>
                <a:lnTo>
                  <a:pt x="867410" y="108978"/>
                </a:lnTo>
                <a:lnTo>
                  <a:pt x="864425" y="107022"/>
                </a:lnTo>
                <a:lnTo>
                  <a:pt x="844042" y="100152"/>
                </a:lnTo>
                <a:lnTo>
                  <a:pt x="820737" y="97853"/>
                </a:lnTo>
                <a:lnTo>
                  <a:pt x="798855" y="99009"/>
                </a:lnTo>
                <a:lnTo>
                  <a:pt x="781113" y="102450"/>
                </a:lnTo>
                <a:lnTo>
                  <a:pt x="767511" y="108191"/>
                </a:lnTo>
                <a:lnTo>
                  <a:pt x="758063" y="116230"/>
                </a:lnTo>
                <a:lnTo>
                  <a:pt x="758063" y="0"/>
                </a:lnTo>
                <a:lnTo>
                  <a:pt x="702589" y="0"/>
                </a:lnTo>
                <a:lnTo>
                  <a:pt x="702589" y="359867"/>
                </a:lnTo>
                <a:lnTo>
                  <a:pt x="753884" y="359867"/>
                </a:lnTo>
                <a:lnTo>
                  <a:pt x="753948" y="359054"/>
                </a:lnTo>
                <a:lnTo>
                  <a:pt x="755243" y="343065"/>
                </a:lnTo>
                <a:lnTo>
                  <a:pt x="765492" y="352386"/>
                </a:lnTo>
                <a:lnTo>
                  <a:pt x="779907" y="359054"/>
                </a:lnTo>
                <a:lnTo>
                  <a:pt x="798474" y="363042"/>
                </a:lnTo>
                <a:lnTo>
                  <a:pt x="821194" y="364375"/>
                </a:lnTo>
                <a:lnTo>
                  <a:pt x="844194" y="362038"/>
                </a:lnTo>
                <a:lnTo>
                  <a:pt x="881799" y="343319"/>
                </a:lnTo>
                <a:lnTo>
                  <a:pt x="903084" y="315442"/>
                </a:lnTo>
                <a:lnTo>
                  <a:pt x="907986" y="307047"/>
                </a:lnTo>
                <a:lnTo>
                  <a:pt x="916266" y="284899"/>
                </a:lnTo>
                <a:lnTo>
                  <a:pt x="921232" y="260489"/>
                </a:lnTo>
                <a:lnTo>
                  <a:pt x="922883" y="233819"/>
                </a:lnTo>
                <a:lnTo>
                  <a:pt x="922883" y="229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47647" y="565949"/>
            <a:ext cx="716280" cy="364490"/>
          </a:xfrm>
          <a:custGeom>
            <a:avLst/>
            <a:gdLst/>
            <a:ahLst/>
            <a:cxnLst/>
            <a:rect l="l" t="t" r="r" b="b"/>
            <a:pathLst>
              <a:path w="716280" h="364490">
                <a:moveTo>
                  <a:pt x="55473" y="0"/>
                </a:moveTo>
                <a:lnTo>
                  <a:pt x="0" y="0"/>
                </a:lnTo>
                <a:lnTo>
                  <a:pt x="0" y="359867"/>
                </a:lnTo>
                <a:lnTo>
                  <a:pt x="55473" y="359867"/>
                </a:lnTo>
                <a:lnTo>
                  <a:pt x="55473" y="0"/>
                </a:lnTo>
                <a:close/>
              </a:path>
              <a:path w="716280" h="364490">
                <a:moveTo>
                  <a:pt x="318262" y="224129"/>
                </a:moveTo>
                <a:lnTo>
                  <a:pt x="317119" y="205867"/>
                </a:lnTo>
                <a:lnTo>
                  <a:pt x="263029" y="205867"/>
                </a:lnTo>
                <a:lnTo>
                  <a:pt x="262978" y="205524"/>
                </a:lnTo>
                <a:lnTo>
                  <a:pt x="155473" y="202031"/>
                </a:lnTo>
                <a:lnTo>
                  <a:pt x="157759" y="190512"/>
                </a:lnTo>
                <a:lnTo>
                  <a:pt x="161582" y="179984"/>
                </a:lnTo>
                <a:lnTo>
                  <a:pt x="190893" y="149720"/>
                </a:lnTo>
                <a:lnTo>
                  <a:pt x="211162" y="145656"/>
                </a:lnTo>
                <a:lnTo>
                  <a:pt x="224180" y="146837"/>
                </a:lnTo>
                <a:lnTo>
                  <a:pt x="255371" y="174129"/>
                </a:lnTo>
                <a:lnTo>
                  <a:pt x="262978" y="205524"/>
                </a:lnTo>
                <a:lnTo>
                  <a:pt x="268528" y="205524"/>
                </a:lnTo>
                <a:lnTo>
                  <a:pt x="317093" y="205524"/>
                </a:lnTo>
                <a:lnTo>
                  <a:pt x="303809" y="153644"/>
                </a:lnTo>
                <a:lnTo>
                  <a:pt x="277876" y="118402"/>
                </a:lnTo>
                <a:lnTo>
                  <a:pt x="237172" y="100139"/>
                </a:lnTo>
                <a:lnTo>
                  <a:pt x="211162" y="97853"/>
                </a:lnTo>
                <a:lnTo>
                  <a:pt x="196672" y="98844"/>
                </a:lnTo>
                <a:lnTo>
                  <a:pt x="155803" y="113639"/>
                </a:lnTo>
                <a:lnTo>
                  <a:pt x="122428" y="145008"/>
                </a:lnTo>
                <a:lnTo>
                  <a:pt x="101752" y="191604"/>
                </a:lnTo>
                <a:lnTo>
                  <a:pt x="97751" y="230212"/>
                </a:lnTo>
                <a:lnTo>
                  <a:pt x="97751" y="239687"/>
                </a:lnTo>
                <a:lnTo>
                  <a:pt x="105867" y="289179"/>
                </a:lnTo>
                <a:lnTo>
                  <a:pt x="130213" y="329196"/>
                </a:lnTo>
                <a:lnTo>
                  <a:pt x="168033" y="355587"/>
                </a:lnTo>
                <a:lnTo>
                  <a:pt x="216573" y="364375"/>
                </a:lnTo>
                <a:lnTo>
                  <a:pt x="234696" y="363410"/>
                </a:lnTo>
                <a:lnTo>
                  <a:pt x="277901" y="348932"/>
                </a:lnTo>
                <a:lnTo>
                  <a:pt x="308851" y="320649"/>
                </a:lnTo>
                <a:lnTo>
                  <a:pt x="317360" y="309016"/>
                </a:lnTo>
                <a:lnTo>
                  <a:pt x="281851" y="280835"/>
                </a:lnTo>
                <a:lnTo>
                  <a:pt x="274472" y="289877"/>
                </a:lnTo>
                <a:lnTo>
                  <a:pt x="267195" y="297522"/>
                </a:lnTo>
                <a:lnTo>
                  <a:pt x="228574" y="316280"/>
                </a:lnTo>
                <a:lnTo>
                  <a:pt x="218833" y="316801"/>
                </a:lnTo>
                <a:lnTo>
                  <a:pt x="204571" y="315468"/>
                </a:lnTo>
                <a:lnTo>
                  <a:pt x="171361" y="295376"/>
                </a:lnTo>
                <a:lnTo>
                  <a:pt x="153441" y="249605"/>
                </a:lnTo>
                <a:lnTo>
                  <a:pt x="318262" y="249605"/>
                </a:lnTo>
                <a:lnTo>
                  <a:pt x="318262" y="224129"/>
                </a:lnTo>
                <a:close/>
              </a:path>
              <a:path w="716280" h="364490">
                <a:moveTo>
                  <a:pt x="715810" y="192786"/>
                </a:moveTo>
                <a:lnTo>
                  <a:pt x="709980" y="150279"/>
                </a:lnTo>
                <a:lnTo>
                  <a:pt x="679678" y="110794"/>
                </a:lnTo>
                <a:lnTo>
                  <a:pt x="627202" y="97853"/>
                </a:lnTo>
                <a:lnTo>
                  <a:pt x="613549" y="98590"/>
                </a:lnTo>
                <a:lnTo>
                  <a:pt x="568515" y="115125"/>
                </a:lnTo>
                <a:lnTo>
                  <a:pt x="550760" y="130327"/>
                </a:lnTo>
                <a:lnTo>
                  <a:pt x="546976" y="124460"/>
                </a:lnTo>
                <a:lnTo>
                  <a:pt x="514489" y="103632"/>
                </a:lnTo>
                <a:lnTo>
                  <a:pt x="479729" y="97853"/>
                </a:lnTo>
                <a:lnTo>
                  <a:pt x="457250" y="99123"/>
                </a:lnTo>
                <a:lnTo>
                  <a:pt x="438721" y="102933"/>
                </a:lnTo>
                <a:lnTo>
                  <a:pt x="424154" y="109270"/>
                </a:lnTo>
                <a:lnTo>
                  <a:pt x="413550" y="118148"/>
                </a:lnTo>
                <a:lnTo>
                  <a:pt x="412991" y="102362"/>
                </a:lnTo>
                <a:lnTo>
                  <a:pt x="360006" y="102362"/>
                </a:lnTo>
                <a:lnTo>
                  <a:pt x="360006" y="359867"/>
                </a:lnTo>
                <a:lnTo>
                  <a:pt x="415467" y="359867"/>
                </a:lnTo>
                <a:lnTo>
                  <a:pt x="415467" y="175768"/>
                </a:lnTo>
                <a:lnTo>
                  <a:pt x="423329" y="162991"/>
                </a:lnTo>
                <a:lnTo>
                  <a:pt x="434187" y="153860"/>
                </a:lnTo>
                <a:lnTo>
                  <a:pt x="448017" y="148386"/>
                </a:lnTo>
                <a:lnTo>
                  <a:pt x="464845" y="146558"/>
                </a:lnTo>
                <a:lnTo>
                  <a:pt x="474878" y="147205"/>
                </a:lnTo>
                <a:lnTo>
                  <a:pt x="507161" y="170891"/>
                </a:lnTo>
                <a:lnTo>
                  <a:pt x="510171" y="192557"/>
                </a:lnTo>
                <a:lnTo>
                  <a:pt x="510171" y="359867"/>
                </a:lnTo>
                <a:lnTo>
                  <a:pt x="565416" y="359867"/>
                </a:lnTo>
                <a:lnTo>
                  <a:pt x="565416" y="191541"/>
                </a:lnTo>
                <a:lnTo>
                  <a:pt x="567093" y="182537"/>
                </a:lnTo>
                <a:lnTo>
                  <a:pt x="595122" y="149860"/>
                </a:lnTo>
                <a:lnTo>
                  <a:pt x="615022" y="146558"/>
                </a:lnTo>
                <a:lnTo>
                  <a:pt x="625182" y="147142"/>
                </a:lnTo>
                <a:lnTo>
                  <a:pt x="657352" y="169506"/>
                </a:lnTo>
                <a:lnTo>
                  <a:pt x="660336" y="192328"/>
                </a:lnTo>
                <a:lnTo>
                  <a:pt x="660336" y="359867"/>
                </a:lnTo>
                <a:lnTo>
                  <a:pt x="715810" y="359867"/>
                </a:lnTo>
                <a:lnTo>
                  <a:pt x="715810" y="192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312327" y="579475"/>
            <a:ext cx="2131695" cy="351155"/>
          </a:xfrm>
          <a:custGeom>
            <a:avLst/>
            <a:gdLst/>
            <a:ahLst/>
            <a:cxnLst/>
            <a:rect l="l" t="t" r="r" b="b"/>
            <a:pathLst>
              <a:path w="2131695" h="351155">
                <a:moveTo>
                  <a:pt x="252095" y="256146"/>
                </a:moveTo>
                <a:lnTo>
                  <a:pt x="236423" y="203276"/>
                </a:lnTo>
                <a:lnTo>
                  <a:pt x="188709" y="166776"/>
                </a:lnTo>
                <a:lnTo>
                  <a:pt x="119862" y="142595"/>
                </a:lnTo>
                <a:lnTo>
                  <a:pt x="104800" y="136893"/>
                </a:lnTo>
                <a:lnTo>
                  <a:pt x="71374" y="111531"/>
                </a:lnTo>
                <a:lnTo>
                  <a:pt x="67424" y="95605"/>
                </a:lnTo>
                <a:lnTo>
                  <a:pt x="68326" y="86093"/>
                </a:lnTo>
                <a:lnTo>
                  <a:pt x="100990" y="52489"/>
                </a:lnTo>
                <a:lnTo>
                  <a:pt x="128752" y="49161"/>
                </a:lnTo>
                <a:lnTo>
                  <a:pt x="144589" y="50165"/>
                </a:lnTo>
                <a:lnTo>
                  <a:pt x="185432" y="74244"/>
                </a:lnTo>
                <a:lnTo>
                  <a:pt x="194373" y="112737"/>
                </a:lnTo>
                <a:lnTo>
                  <a:pt x="251193" y="112737"/>
                </a:lnTo>
                <a:lnTo>
                  <a:pt x="243154" y="68719"/>
                </a:lnTo>
                <a:lnTo>
                  <a:pt x="219062" y="32473"/>
                </a:lnTo>
                <a:lnTo>
                  <a:pt x="180479" y="8115"/>
                </a:lnTo>
                <a:lnTo>
                  <a:pt x="128752" y="0"/>
                </a:lnTo>
                <a:lnTo>
                  <a:pt x="103530" y="1701"/>
                </a:lnTo>
                <a:lnTo>
                  <a:pt x="60680" y="15354"/>
                </a:lnTo>
                <a:lnTo>
                  <a:pt x="28765" y="41821"/>
                </a:lnTo>
                <a:lnTo>
                  <a:pt x="10375" y="96062"/>
                </a:lnTo>
                <a:lnTo>
                  <a:pt x="12255" y="115544"/>
                </a:lnTo>
                <a:lnTo>
                  <a:pt x="40474" y="160883"/>
                </a:lnTo>
                <a:lnTo>
                  <a:pt x="75196" y="182130"/>
                </a:lnTo>
                <a:lnTo>
                  <a:pt x="119176" y="198767"/>
                </a:lnTo>
                <a:lnTo>
                  <a:pt x="141274" y="205778"/>
                </a:lnTo>
                <a:lnTo>
                  <a:pt x="158991" y="212521"/>
                </a:lnTo>
                <a:lnTo>
                  <a:pt x="191439" y="238988"/>
                </a:lnTo>
                <a:lnTo>
                  <a:pt x="194818" y="256603"/>
                </a:lnTo>
                <a:lnTo>
                  <a:pt x="193814" y="266357"/>
                </a:lnTo>
                <a:lnTo>
                  <a:pt x="158661" y="298818"/>
                </a:lnTo>
                <a:lnTo>
                  <a:pt x="130784" y="301917"/>
                </a:lnTo>
                <a:lnTo>
                  <a:pt x="116420" y="301066"/>
                </a:lnTo>
                <a:lnTo>
                  <a:pt x="78917" y="288163"/>
                </a:lnTo>
                <a:lnTo>
                  <a:pt x="58204" y="254558"/>
                </a:lnTo>
                <a:lnTo>
                  <a:pt x="56819" y="237655"/>
                </a:lnTo>
                <a:lnTo>
                  <a:pt x="0" y="237655"/>
                </a:lnTo>
                <a:lnTo>
                  <a:pt x="11099" y="290360"/>
                </a:lnTo>
                <a:lnTo>
                  <a:pt x="41998" y="324192"/>
                </a:lnTo>
                <a:lnTo>
                  <a:pt x="84429" y="344195"/>
                </a:lnTo>
                <a:lnTo>
                  <a:pt x="130784" y="350850"/>
                </a:lnTo>
                <a:lnTo>
                  <a:pt x="156552" y="349250"/>
                </a:lnTo>
                <a:lnTo>
                  <a:pt x="200418" y="336461"/>
                </a:lnTo>
                <a:lnTo>
                  <a:pt x="233197" y="311340"/>
                </a:lnTo>
                <a:lnTo>
                  <a:pt x="249986" y="276783"/>
                </a:lnTo>
                <a:lnTo>
                  <a:pt x="252095" y="256146"/>
                </a:lnTo>
                <a:close/>
              </a:path>
              <a:path w="2131695" h="351155">
                <a:moveTo>
                  <a:pt x="410197" y="344538"/>
                </a:moveTo>
                <a:lnTo>
                  <a:pt x="409981" y="297078"/>
                </a:lnTo>
                <a:lnTo>
                  <a:pt x="393738" y="300367"/>
                </a:lnTo>
                <a:lnTo>
                  <a:pt x="387908" y="301193"/>
                </a:lnTo>
                <a:lnTo>
                  <a:pt x="383590" y="301472"/>
                </a:lnTo>
                <a:lnTo>
                  <a:pt x="377888" y="301472"/>
                </a:lnTo>
                <a:lnTo>
                  <a:pt x="373113" y="300266"/>
                </a:lnTo>
                <a:lnTo>
                  <a:pt x="365442" y="295389"/>
                </a:lnTo>
                <a:lnTo>
                  <a:pt x="363524" y="289140"/>
                </a:lnTo>
                <a:lnTo>
                  <a:pt x="363524" y="134391"/>
                </a:lnTo>
                <a:lnTo>
                  <a:pt x="409079" y="134391"/>
                </a:lnTo>
                <a:lnTo>
                  <a:pt x="409079" y="88836"/>
                </a:lnTo>
                <a:lnTo>
                  <a:pt x="363524" y="88836"/>
                </a:lnTo>
                <a:lnTo>
                  <a:pt x="363524" y="29540"/>
                </a:lnTo>
                <a:lnTo>
                  <a:pt x="308279" y="29540"/>
                </a:lnTo>
                <a:lnTo>
                  <a:pt x="308279" y="88836"/>
                </a:lnTo>
                <a:lnTo>
                  <a:pt x="263639" y="88836"/>
                </a:lnTo>
                <a:lnTo>
                  <a:pt x="263639" y="134391"/>
                </a:lnTo>
                <a:lnTo>
                  <a:pt x="308279" y="134391"/>
                </a:lnTo>
                <a:lnTo>
                  <a:pt x="308279" y="278917"/>
                </a:lnTo>
                <a:lnTo>
                  <a:pt x="309448" y="297345"/>
                </a:lnTo>
                <a:lnTo>
                  <a:pt x="326885" y="334848"/>
                </a:lnTo>
                <a:lnTo>
                  <a:pt x="371195" y="350850"/>
                </a:lnTo>
                <a:lnTo>
                  <a:pt x="380771" y="350456"/>
                </a:lnTo>
                <a:lnTo>
                  <a:pt x="390474" y="349275"/>
                </a:lnTo>
                <a:lnTo>
                  <a:pt x="400278" y="347294"/>
                </a:lnTo>
                <a:lnTo>
                  <a:pt x="410197" y="344538"/>
                </a:lnTo>
                <a:close/>
              </a:path>
              <a:path w="2131695" h="351155">
                <a:moveTo>
                  <a:pt x="655002" y="334619"/>
                </a:moveTo>
                <a:lnTo>
                  <a:pt x="653110" y="329209"/>
                </a:lnTo>
                <a:lnTo>
                  <a:pt x="651256" y="323900"/>
                </a:lnTo>
                <a:lnTo>
                  <a:pt x="648576" y="311619"/>
                </a:lnTo>
                <a:lnTo>
                  <a:pt x="647319" y="300799"/>
                </a:lnTo>
                <a:lnTo>
                  <a:pt x="647242" y="300164"/>
                </a:lnTo>
                <a:lnTo>
                  <a:pt x="646963" y="297751"/>
                </a:lnTo>
                <a:lnTo>
                  <a:pt x="646874" y="295084"/>
                </a:lnTo>
                <a:lnTo>
                  <a:pt x="646544" y="285457"/>
                </a:lnTo>
                <a:lnTo>
                  <a:pt x="646430" y="227736"/>
                </a:lnTo>
                <a:lnTo>
                  <a:pt x="646391" y="172275"/>
                </a:lnTo>
                <a:lnTo>
                  <a:pt x="644702" y="151968"/>
                </a:lnTo>
                <a:lnTo>
                  <a:pt x="639559" y="134226"/>
                </a:lnTo>
                <a:lnTo>
                  <a:pt x="639470" y="133934"/>
                </a:lnTo>
                <a:lnTo>
                  <a:pt x="638048" y="131457"/>
                </a:lnTo>
                <a:lnTo>
                  <a:pt x="630834" y="118821"/>
                </a:lnTo>
                <a:lnTo>
                  <a:pt x="587463" y="89852"/>
                </a:lnTo>
                <a:lnTo>
                  <a:pt x="549021" y="84328"/>
                </a:lnTo>
                <a:lnTo>
                  <a:pt x="526821" y="85890"/>
                </a:lnTo>
                <a:lnTo>
                  <a:pt x="489216" y="98348"/>
                </a:lnTo>
                <a:lnTo>
                  <a:pt x="452437" y="136842"/>
                </a:lnTo>
                <a:lnTo>
                  <a:pt x="445300" y="170014"/>
                </a:lnTo>
                <a:lnTo>
                  <a:pt x="500545" y="170014"/>
                </a:lnTo>
                <a:lnTo>
                  <a:pt x="501319" y="161163"/>
                </a:lnTo>
                <a:lnTo>
                  <a:pt x="503618" y="153441"/>
                </a:lnTo>
                <a:lnTo>
                  <a:pt x="536448" y="132080"/>
                </a:lnTo>
                <a:lnTo>
                  <a:pt x="546544" y="131457"/>
                </a:lnTo>
                <a:lnTo>
                  <a:pt x="556056" y="132080"/>
                </a:lnTo>
                <a:lnTo>
                  <a:pt x="556831" y="132080"/>
                </a:lnTo>
                <a:lnTo>
                  <a:pt x="588429" y="155409"/>
                </a:lnTo>
                <a:lnTo>
                  <a:pt x="591185" y="172275"/>
                </a:lnTo>
                <a:lnTo>
                  <a:pt x="591185" y="184899"/>
                </a:lnTo>
                <a:lnTo>
                  <a:pt x="591185" y="227736"/>
                </a:lnTo>
                <a:lnTo>
                  <a:pt x="591185" y="269684"/>
                </a:lnTo>
                <a:lnTo>
                  <a:pt x="587933" y="275005"/>
                </a:lnTo>
                <a:lnTo>
                  <a:pt x="554609" y="298259"/>
                </a:lnTo>
                <a:lnTo>
                  <a:pt x="535495" y="300799"/>
                </a:lnTo>
                <a:lnTo>
                  <a:pt x="525919" y="300164"/>
                </a:lnTo>
                <a:lnTo>
                  <a:pt x="496189" y="273113"/>
                </a:lnTo>
                <a:lnTo>
                  <a:pt x="496074" y="271703"/>
                </a:lnTo>
                <a:lnTo>
                  <a:pt x="495579" y="266065"/>
                </a:lnTo>
                <a:lnTo>
                  <a:pt x="499567" y="249770"/>
                </a:lnTo>
                <a:lnTo>
                  <a:pt x="511505" y="237947"/>
                </a:lnTo>
                <a:lnTo>
                  <a:pt x="531418" y="230593"/>
                </a:lnTo>
                <a:lnTo>
                  <a:pt x="559282" y="227736"/>
                </a:lnTo>
                <a:lnTo>
                  <a:pt x="591185" y="227736"/>
                </a:lnTo>
                <a:lnTo>
                  <a:pt x="591185" y="184899"/>
                </a:lnTo>
                <a:lnTo>
                  <a:pt x="556691" y="184899"/>
                </a:lnTo>
                <a:lnTo>
                  <a:pt x="531749" y="186270"/>
                </a:lnTo>
                <a:lnTo>
                  <a:pt x="489470" y="197269"/>
                </a:lnTo>
                <a:lnTo>
                  <a:pt x="458127" y="219176"/>
                </a:lnTo>
                <a:lnTo>
                  <a:pt x="440118" y="271703"/>
                </a:lnTo>
                <a:lnTo>
                  <a:pt x="441655" y="287743"/>
                </a:lnTo>
                <a:lnTo>
                  <a:pt x="464693" y="327964"/>
                </a:lnTo>
                <a:lnTo>
                  <a:pt x="510311" y="349415"/>
                </a:lnTo>
                <a:lnTo>
                  <a:pt x="529412" y="350850"/>
                </a:lnTo>
                <a:lnTo>
                  <a:pt x="541134" y="350266"/>
                </a:lnTo>
                <a:lnTo>
                  <a:pt x="584911" y="334987"/>
                </a:lnTo>
                <a:lnTo>
                  <a:pt x="593674" y="329209"/>
                </a:lnTo>
                <a:lnTo>
                  <a:pt x="593890" y="331457"/>
                </a:lnTo>
                <a:lnTo>
                  <a:pt x="596150" y="337172"/>
                </a:lnTo>
                <a:lnTo>
                  <a:pt x="600430" y="346341"/>
                </a:lnTo>
                <a:lnTo>
                  <a:pt x="655002" y="346341"/>
                </a:lnTo>
                <a:lnTo>
                  <a:pt x="655002" y="334619"/>
                </a:lnTo>
                <a:close/>
              </a:path>
              <a:path w="2131695" h="351155">
                <a:moveTo>
                  <a:pt x="816013" y="344538"/>
                </a:moveTo>
                <a:lnTo>
                  <a:pt x="815784" y="297078"/>
                </a:lnTo>
                <a:lnTo>
                  <a:pt x="799553" y="300367"/>
                </a:lnTo>
                <a:lnTo>
                  <a:pt x="793724" y="301193"/>
                </a:lnTo>
                <a:lnTo>
                  <a:pt x="789406" y="301472"/>
                </a:lnTo>
                <a:lnTo>
                  <a:pt x="783691" y="301472"/>
                </a:lnTo>
                <a:lnTo>
                  <a:pt x="778929" y="300266"/>
                </a:lnTo>
                <a:lnTo>
                  <a:pt x="771258" y="295389"/>
                </a:lnTo>
                <a:lnTo>
                  <a:pt x="769340" y="289140"/>
                </a:lnTo>
                <a:lnTo>
                  <a:pt x="769340" y="134391"/>
                </a:lnTo>
                <a:lnTo>
                  <a:pt x="814882" y="134391"/>
                </a:lnTo>
                <a:lnTo>
                  <a:pt x="814882" y="88836"/>
                </a:lnTo>
                <a:lnTo>
                  <a:pt x="769340" y="88836"/>
                </a:lnTo>
                <a:lnTo>
                  <a:pt x="769340" y="29540"/>
                </a:lnTo>
                <a:lnTo>
                  <a:pt x="714095" y="29540"/>
                </a:lnTo>
                <a:lnTo>
                  <a:pt x="714095" y="88836"/>
                </a:lnTo>
                <a:lnTo>
                  <a:pt x="669455" y="88836"/>
                </a:lnTo>
                <a:lnTo>
                  <a:pt x="669455" y="134391"/>
                </a:lnTo>
                <a:lnTo>
                  <a:pt x="714095" y="134391"/>
                </a:lnTo>
                <a:lnTo>
                  <a:pt x="714095" y="278917"/>
                </a:lnTo>
                <a:lnTo>
                  <a:pt x="715264" y="297345"/>
                </a:lnTo>
                <a:lnTo>
                  <a:pt x="732701" y="334848"/>
                </a:lnTo>
                <a:lnTo>
                  <a:pt x="777011" y="350850"/>
                </a:lnTo>
                <a:lnTo>
                  <a:pt x="786587" y="350456"/>
                </a:lnTo>
                <a:lnTo>
                  <a:pt x="796290" y="349275"/>
                </a:lnTo>
                <a:lnTo>
                  <a:pt x="806094" y="347294"/>
                </a:lnTo>
                <a:lnTo>
                  <a:pt x="816013" y="344538"/>
                </a:lnTo>
                <a:close/>
              </a:path>
              <a:path w="2131695" h="351155">
                <a:moveTo>
                  <a:pt x="1062837" y="210604"/>
                </a:moveTo>
                <a:lnTo>
                  <a:pt x="1061694" y="192341"/>
                </a:lnTo>
                <a:lnTo>
                  <a:pt x="1007605" y="192341"/>
                </a:lnTo>
                <a:lnTo>
                  <a:pt x="1007554" y="191998"/>
                </a:lnTo>
                <a:lnTo>
                  <a:pt x="900049" y="188506"/>
                </a:lnTo>
                <a:lnTo>
                  <a:pt x="902335" y="176987"/>
                </a:lnTo>
                <a:lnTo>
                  <a:pt x="906157" y="166458"/>
                </a:lnTo>
                <a:lnTo>
                  <a:pt x="935469" y="136194"/>
                </a:lnTo>
                <a:lnTo>
                  <a:pt x="955738" y="132130"/>
                </a:lnTo>
                <a:lnTo>
                  <a:pt x="968756" y="133311"/>
                </a:lnTo>
                <a:lnTo>
                  <a:pt x="999947" y="160604"/>
                </a:lnTo>
                <a:lnTo>
                  <a:pt x="1007554" y="191998"/>
                </a:lnTo>
                <a:lnTo>
                  <a:pt x="1013104" y="191998"/>
                </a:lnTo>
                <a:lnTo>
                  <a:pt x="1061669" y="191998"/>
                </a:lnTo>
                <a:lnTo>
                  <a:pt x="1048385" y="140119"/>
                </a:lnTo>
                <a:lnTo>
                  <a:pt x="1022451" y="104876"/>
                </a:lnTo>
                <a:lnTo>
                  <a:pt x="981748" y="86614"/>
                </a:lnTo>
                <a:lnTo>
                  <a:pt x="955738" y="84328"/>
                </a:lnTo>
                <a:lnTo>
                  <a:pt x="941247" y="85318"/>
                </a:lnTo>
                <a:lnTo>
                  <a:pt x="900379" y="100114"/>
                </a:lnTo>
                <a:lnTo>
                  <a:pt x="867003" y="131483"/>
                </a:lnTo>
                <a:lnTo>
                  <a:pt x="846328" y="178079"/>
                </a:lnTo>
                <a:lnTo>
                  <a:pt x="842327" y="216687"/>
                </a:lnTo>
                <a:lnTo>
                  <a:pt x="842327" y="226161"/>
                </a:lnTo>
                <a:lnTo>
                  <a:pt x="850442" y="275653"/>
                </a:lnTo>
                <a:lnTo>
                  <a:pt x="874788" y="315671"/>
                </a:lnTo>
                <a:lnTo>
                  <a:pt x="912609" y="342061"/>
                </a:lnTo>
                <a:lnTo>
                  <a:pt x="961148" y="350850"/>
                </a:lnTo>
                <a:lnTo>
                  <a:pt x="979271" y="349885"/>
                </a:lnTo>
                <a:lnTo>
                  <a:pt x="1022477" y="335407"/>
                </a:lnTo>
                <a:lnTo>
                  <a:pt x="1053426" y="307124"/>
                </a:lnTo>
                <a:lnTo>
                  <a:pt x="1061935" y="295490"/>
                </a:lnTo>
                <a:lnTo>
                  <a:pt x="1026426" y="267309"/>
                </a:lnTo>
                <a:lnTo>
                  <a:pt x="1019048" y="276352"/>
                </a:lnTo>
                <a:lnTo>
                  <a:pt x="1011770" y="283997"/>
                </a:lnTo>
                <a:lnTo>
                  <a:pt x="973150" y="302755"/>
                </a:lnTo>
                <a:lnTo>
                  <a:pt x="963409" y="303276"/>
                </a:lnTo>
                <a:lnTo>
                  <a:pt x="949147" y="301942"/>
                </a:lnTo>
                <a:lnTo>
                  <a:pt x="915936" y="281851"/>
                </a:lnTo>
                <a:lnTo>
                  <a:pt x="898017" y="236080"/>
                </a:lnTo>
                <a:lnTo>
                  <a:pt x="1062837" y="236080"/>
                </a:lnTo>
                <a:lnTo>
                  <a:pt x="1062837" y="210604"/>
                </a:lnTo>
                <a:close/>
              </a:path>
              <a:path w="2131695" h="351155">
                <a:moveTo>
                  <a:pt x="1460385" y="179260"/>
                </a:moveTo>
                <a:lnTo>
                  <a:pt x="1454556" y="136753"/>
                </a:lnTo>
                <a:lnTo>
                  <a:pt x="1424254" y="97269"/>
                </a:lnTo>
                <a:lnTo>
                  <a:pt x="1371777" y="84328"/>
                </a:lnTo>
                <a:lnTo>
                  <a:pt x="1358125" y="85064"/>
                </a:lnTo>
                <a:lnTo>
                  <a:pt x="1313091" y="101600"/>
                </a:lnTo>
                <a:lnTo>
                  <a:pt x="1295336" y="116801"/>
                </a:lnTo>
                <a:lnTo>
                  <a:pt x="1291551" y="110934"/>
                </a:lnTo>
                <a:lnTo>
                  <a:pt x="1259065" y="90106"/>
                </a:lnTo>
                <a:lnTo>
                  <a:pt x="1224305" y="84328"/>
                </a:lnTo>
                <a:lnTo>
                  <a:pt x="1201826" y="85598"/>
                </a:lnTo>
                <a:lnTo>
                  <a:pt x="1183297" y="89408"/>
                </a:lnTo>
                <a:lnTo>
                  <a:pt x="1168730" y="95745"/>
                </a:lnTo>
                <a:lnTo>
                  <a:pt x="1158125" y="104622"/>
                </a:lnTo>
                <a:lnTo>
                  <a:pt x="1157566" y="88836"/>
                </a:lnTo>
                <a:lnTo>
                  <a:pt x="1104582" y="88836"/>
                </a:lnTo>
                <a:lnTo>
                  <a:pt x="1104582" y="346341"/>
                </a:lnTo>
                <a:lnTo>
                  <a:pt x="1160043" y="346341"/>
                </a:lnTo>
                <a:lnTo>
                  <a:pt x="1160043" y="162242"/>
                </a:lnTo>
                <a:lnTo>
                  <a:pt x="1167904" y="149466"/>
                </a:lnTo>
                <a:lnTo>
                  <a:pt x="1178763" y="140335"/>
                </a:lnTo>
                <a:lnTo>
                  <a:pt x="1192593" y="134861"/>
                </a:lnTo>
                <a:lnTo>
                  <a:pt x="1209421" y="133032"/>
                </a:lnTo>
                <a:lnTo>
                  <a:pt x="1219454" y="133680"/>
                </a:lnTo>
                <a:lnTo>
                  <a:pt x="1251737" y="157365"/>
                </a:lnTo>
                <a:lnTo>
                  <a:pt x="1254747" y="179031"/>
                </a:lnTo>
                <a:lnTo>
                  <a:pt x="1254747" y="346341"/>
                </a:lnTo>
                <a:lnTo>
                  <a:pt x="1309992" y="346341"/>
                </a:lnTo>
                <a:lnTo>
                  <a:pt x="1309992" y="178015"/>
                </a:lnTo>
                <a:lnTo>
                  <a:pt x="1311668" y="169011"/>
                </a:lnTo>
                <a:lnTo>
                  <a:pt x="1339697" y="136334"/>
                </a:lnTo>
                <a:lnTo>
                  <a:pt x="1359598" y="133032"/>
                </a:lnTo>
                <a:lnTo>
                  <a:pt x="1369758" y="133616"/>
                </a:lnTo>
                <a:lnTo>
                  <a:pt x="1401927" y="155981"/>
                </a:lnTo>
                <a:lnTo>
                  <a:pt x="1404912" y="178803"/>
                </a:lnTo>
                <a:lnTo>
                  <a:pt x="1404912" y="346341"/>
                </a:lnTo>
                <a:lnTo>
                  <a:pt x="1460385" y="346341"/>
                </a:lnTo>
                <a:lnTo>
                  <a:pt x="1460385" y="179260"/>
                </a:lnTo>
                <a:close/>
              </a:path>
              <a:path w="2131695" h="351155">
                <a:moveTo>
                  <a:pt x="1720532" y="210604"/>
                </a:moveTo>
                <a:lnTo>
                  <a:pt x="1719389" y="192341"/>
                </a:lnTo>
                <a:lnTo>
                  <a:pt x="1665300" y="192341"/>
                </a:lnTo>
                <a:lnTo>
                  <a:pt x="1665249" y="191998"/>
                </a:lnTo>
                <a:lnTo>
                  <a:pt x="1557743" y="188506"/>
                </a:lnTo>
                <a:lnTo>
                  <a:pt x="1560029" y="176987"/>
                </a:lnTo>
                <a:lnTo>
                  <a:pt x="1563852" y="166458"/>
                </a:lnTo>
                <a:lnTo>
                  <a:pt x="1593164" y="136194"/>
                </a:lnTo>
                <a:lnTo>
                  <a:pt x="1613433" y="132130"/>
                </a:lnTo>
                <a:lnTo>
                  <a:pt x="1626450" y="133311"/>
                </a:lnTo>
                <a:lnTo>
                  <a:pt x="1657642" y="160604"/>
                </a:lnTo>
                <a:lnTo>
                  <a:pt x="1665249" y="191998"/>
                </a:lnTo>
                <a:lnTo>
                  <a:pt x="1670799" y="191998"/>
                </a:lnTo>
                <a:lnTo>
                  <a:pt x="1719364" y="191998"/>
                </a:lnTo>
                <a:lnTo>
                  <a:pt x="1706079" y="140119"/>
                </a:lnTo>
                <a:lnTo>
                  <a:pt x="1680146" y="104876"/>
                </a:lnTo>
                <a:lnTo>
                  <a:pt x="1639443" y="86614"/>
                </a:lnTo>
                <a:lnTo>
                  <a:pt x="1613433" y="84328"/>
                </a:lnTo>
                <a:lnTo>
                  <a:pt x="1598942" y="85318"/>
                </a:lnTo>
                <a:lnTo>
                  <a:pt x="1558074" y="100114"/>
                </a:lnTo>
                <a:lnTo>
                  <a:pt x="1524698" y="131483"/>
                </a:lnTo>
                <a:lnTo>
                  <a:pt x="1504022" y="178079"/>
                </a:lnTo>
                <a:lnTo>
                  <a:pt x="1500022" y="216687"/>
                </a:lnTo>
                <a:lnTo>
                  <a:pt x="1500022" y="226161"/>
                </a:lnTo>
                <a:lnTo>
                  <a:pt x="1508137" y="275653"/>
                </a:lnTo>
                <a:lnTo>
                  <a:pt x="1532483" y="315671"/>
                </a:lnTo>
                <a:lnTo>
                  <a:pt x="1570304" y="342061"/>
                </a:lnTo>
                <a:lnTo>
                  <a:pt x="1618843" y="350850"/>
                </a:lnTo>
                <a:lnTo>
                  <a:pt x="1636966" y="349885"/>
                </a:lnTo>
                <a:lnTo>
                  <a:pt x="1680171" y="335407"/>
                </a:lnTo>
                <a:lnTo>
                  <a:pt x="1711121" y="307124"/>
                </a:lnTo>
                <a:lnTo>
                  <a:pt x="1719630" y="295490"/>
                </a:lnTo>
                <a:lnTo>
                  <a:pt x="1684121" y="267309"/>
                </a:lnTo>
                <a:lnTo>
                  <a:pt x="1676742" y="276352"/>
                </a:lnTo>
                <a:lnTo>
                  <a:pt x="1669465" y="283997"/>
                </a:lnTo>
                <a:lnTo>
                  <a:pt x="1630845" y="302755"/>
                </a:lnTo>
                <a:lnTo>
                  <a:pt x="1621104" y="303276"/>
                </a:lnTo>
                <a:lnTo>
                  <a:pt x="1606842" y="301942"/>
                </a:lnTo>
                <a:lnTo>
                  <a:pt x="1573631" y="281851"/>
                </a:lnTo>
                <a:lnTo>
                  <a:pt x="1555711" y="236080"/>
                </a:lnTo>
                <a:lnTo>
                  <a:pt x="1720532" y="236080"/>
                </a:lnTo>
                <a:lnTo>
                  <a:pt x="1720532" y="210604"/>
                </a:lnTo>
                <a:close/>
              </a:path>
              <a:path w="2131695" h="351155">
                <a:moveTo>
                  <a:pt x="1968131" y="178587"/>
                </a:moveTo>
                <a:lnTo>
                  <a:pt x="1962188" y="135382"/>
                </a:lnTo>
                <a:lnTo>
                  <a:pt x="1932279" y="96697"/>
                </a:lnTo>
                <a:lnTo>
                  <a:pt x="1883130" y="84328"/>
                </a:lnTo>
                <a:lnTo>
                  <a:pt x="1860816" y="85788"/>
                </a:lnTo>
                <a:lnTo>
                  <a:pt x="1842236" y="90170"/>
                </a:lnTo>
                <a:lnTo>
                  <a:pt x="1827390" y="97459"/>
                </a:lnTo>
                <a:lnTo>
                  <a:pt x="1816277" y="107670"/>
                </a:lnTo>
                <a:lnTo>
                  <a:pt x="1815376" y="88836"/>
                </a:lnTo>
                <a:lnTo>
                  <a:pt x="1762721" y="88836"/>
                </a:lnTo>
                <a:lnTo>
                  <a:pt x="1762721" y="346341"/>
                </a:lnTo>
                <a:lnTo>
                  <a:pt x="1817966" y="346341"/>
                </a:lnTo>
                <a:lnTo>
                  <a:pt x="1817966" y="166852"/>
                </a:lnTo>
                <a:lnTo>
                  <a:pt x="1822030" y="159943"/>
                </a:lnTo>
                <a:lnTo>
                  <a:pt x="1853844" y="135458"/>
                </a:lnTo>
                <a:lnTo>
                  <a:pt x="1870722" y="133032"/>
                </a:lnTo>
                <a:lnTo>
                  <a:pt x="1880552" y="133680"/>
                </a:lnTo>
                <a:lnTo>
                  <a:pt x="1912010" y="167335"/>
                </a:lnTo>
                <a:lnTo>
                  <a:pt x="1912670" y="179260"/>
                </a:lnTo>
                <a:lnTo>
                  <a:pt x="1912670" y="346341"/>
                </a:lnTo>
                <a:lnTo>
                  <a:pt x="1968131" y="346341"/>
                </a:lnTo>
                <a:lnTo>
                  <a:pt x="1968131" y="178587"/>
                </a:lnTo>
                <a:close/>
              </a:path>
              <a:path w="2131695" h="351155">
                <a:moveTo>
                  <a:pt x="2131403" y="344538"/>
                </a:moveTo>
                <a:lnTo>
                  <a:pt x="2131174" y="297078"/>
                </a:lnTo>
                <a:lnTo>
                  <a:pt x="2114943" y="300367"/>
                </a:lnTo>
                <a:lnTo>
                  <a:pt x="2109114" y="301193"/>
                </a:lnTo>
                <a:lnTo>
                  <a:pt x="2104796" y="301472"/>
                </a:lnTo>
                <a:lnTo>
                  <a:pt x="2099081" y="301472"/>
                </a:lnTo>
                <a:lnTo>
                  <a:pt x="2094318" y="300266"/>
                </a:lnTo>
                <a:lnTo>
                  <a:pt x="2086648" y="295389"/>
                </a:lnTo>
                <a:lnTo>
                  <a:pt x="2084730" y="289140"/>
                </a:lnTo>
                <a:lnTo>
                  <a:pt x="2084730" y="134391"/>
                </a:lnTo>
                <a:lnTo>
                  <a:pt x="2130272" y="134391"/>
                </a:lnTo>
                <a:lnTo>
                  <a:pt x="2130272" y="88836"/>
                </a:lnTo>
                <a:lnTo>
                  <a:pt x="2084730" y="88836"/>
                </a:lnTo>
                <a:lnTo>
                  <a:pt x="2084730" y="29540"/>
                </a:lnTo>
                <a:lnTo>
                  <a:pt x="2029485" y="29540"/>
                </a:lnTo>
                <a:lnTo>
                  <a:pt x="2029485" y="88836"/>
                </a:lnTo>
                <a:lnTo>
                  <a:pt x="1984844" y="88836"/>
                </a:lnTo>
                <a:lnTo>
                  <a:pt x="1984844" y="134391"/>
                </a:lnTo>
                <a:lnTo>
                  <a:pt x="2029485" y="134391"/>
                </a:lnTo>
                <a:lnTo>
                  <a:pt x="2029485" y="278917"/>
                </a:lnTo>
                <a:lnTo>
                  <a:pt x="2030653" y="297345"/>
                </a:lnTo>
                <a:lnTo>
                  <a:pt x="2048090" y="334848"/>
                </a:lnTo>
                <a:lnTo>
                  <a:pt x="2092401" y="350850"/>
                </a:lnTo>
                <a:lnTo>
                  <a:pt x="2101977" y="350456"/>
                </a:lnTo>
                <a:lnTo>
                  <a:pt x="2111679" y="349275"/>
                </a:lnTo>
                <a:lnTo>
                  <a:pt x="2121484" y="347294"/>
                </a:lnTo>
                <a:lnTo>
                  <a:pt x="2131403" y="344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2148" y="1535290"/>
            <a:ext cx="9739630" cy="5853430"/>
          </a:xfrm>
          <a:custGeom>
            <a:avLst/>
            <a:gdLst/>
            <a:ahLst/>
            <a:cxnLst/>
            <a:rect l="l" t="t" r="r" b="b"/>
            <a:pathLst>
              <a:path w="9739630" h="5853430">
                <a:moveTo>
                  <a:pt x="9739490" y="5844857"/>
                </a:moveTo>
                <a:lnTo>
                  <a:pt x="0" y="5844857"/>
                </a:lnTo>
                <a:lnTo>
                  <a:pt x="0" y="5853290"/>
                </a:lnTo>
                <a:lnTo>
                  <a:pt x="9739490" y="5853290"/>
                </a:lnTo>
                <a:lnTo>
                  <a:pt x="9739490" y="5844857"/>
                </a:lnTo>
                <a:close/>
              </a:path>
              <a:path w="9739630" h="5853430">
                <a:moveTo>
                  <a:pt x="9739490" y="0"/>
                </a:moveTo>
                <a:lnTo>
                  <a:pt x="0" y="0"/>
                </a:lnTo>
                <a:lnTo>
                  <a:pt x="0" y="5503773"/>
                </a:lnTo>
                <a:lnTo>
                  <a:pt x="9739490" y="5503773"/>
                </a:lnTo>
                <a:lnTo>
                  <a:pt x="9739490" y="0"/>
                </a:lnTo>
                <a:close/>
              </a:path>
            </a:pathLst>
          </a:custGeom>
          <a:solidFill>
            <a:srgbClr val="C4D0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29" y="0"/>
            <a:ext cx="10075545" cy="7556500"/>
          </a:xfrm>
          <a:custGeom>
            <a:avLst/>
            <a:gdLst/>
            <a:ahLst/>
            <a:cxnLst/>
            <a:rect l="l" t="t" r="r" b="b"/>
            <a:pathLst>
              <a:path w="10075545" h="7556500">
                <a:moveTo>
                  <a:pt x="10075329" y="0"/>
                </a:moveTo>
                <a:lnTo>
                  <a:pt x="9907410" y="0"/>
                </a:lnTo>
                <a:lnTo>
                  <a:pt x="9907410" y="1535290"/>
                </a:lnTo>
                <a:lnTo>
                  <a:pt x="9907410" y="7388580"/>
                </a:lnTo>
                <a:lnTo>
                  <a:pt x="167919" y="7388580"/>
                </a:lnTo>
                <a:lnTo>
                  <a:pt x="167919" y="1535290"/>
                </a:lnTo>
                <a:lnTo>
                  <a:pt x="9907410" y="1535290"/>
                </a:lnTo>
                <a:lnTo>
                  <a:pt x="9907410" y="0"/>
                </a:lnTo>
                <a:lnTo>
                  <a:pt x="167919" y="0"/>
                </a:lnTo>
                <a:lnTo>
                  <a:pt x="0" y="0"/>
                </a:lnTo>
                <a:lnTo>
                  <a:pt x="0" y="1535290"/>
                </a:lnTo>
                <a:lnTo>
                  <a:pt x="0" y="7388580"/>
                </a:lnTo>
                <a:lnTo>
                  <a:pt x="0" y="7556500"/>
                </a:lnTo>
                <a:lnTo>
                  <a:pt x="167919" y="7556500"/>
                </a:lnTo>
                <a:lnTo>
                  <a:pt x="9907410" y="7556500"/>
                </a:lnTo>
                <a:lnTo>
                  <a:pt x="10075329" y="7556500"/>
                </a:lnTo>
                <a:lnTo>
                  <a:pt x="10075329" y="7388580"/>
                </a:lnTo>
                <a:lnTo>
                  <a:pt x="10075329" y="1535290"/>
                </a:lnTo>
                <a:lnTo>
                  <a:pt x="100753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8796" y="7039053"/>
            <a:ext cx="9733280" cy="341630"/>
          </a:xfrm>
          <a:custGeom>
            <a:avLst/>
            <a:gdLst/>
            <a:ahLst/>
            <a:cxnLst/>
            <a:rect l="l" t="t" r="r" b="b"/>
            <a:pathLst>
              <a:path w="9733280" h="341629">
                <a:moveTo>
                  <a:pt x="9732773" y="341092"/>
                </a:moveTo>
                <a:lnTo>
                  <a:pt x="0" y="341092"/>
                </a:lnTo>
                <a:lnTo>
                  <a:pt x="0" y="0"/>
                </a:lnTo>
                <a:lnTo>
                  <a:pt x="9732773" y="0"/>
                </a:lnTo>
                <a:lnTo>
                  <a:pt x="9732773" y="341092"/>
                </a:lnTo>
                <a:close/>
              </a:path>
            </a:pathLst>
          </a:custGeom>
          <a:solidFill>
            <a:srgbClr val="8BA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2155" y="171280"/>
            <a:ext cx="9733280" cy="7214234"/>
          </a:xfrm>
          <a:custGeom>
            <a:avLst/>
            <a:gdLst/>
            <a:ahLst/>
            <a:cxnLst/>
            <a:rect l="l" t="t" r="r" b="b"/>
            <a:pathLst>
              <a:path w="9733280" h="7214234">
                <a:moveTo>
                  <a:pt x="0" y="0"/>
                </a:moveTo>
                <a:lnTo>
                  <a:pt x="9732773" y="0"/>
                </a:lnTo>
                <a:lnTo>
                  <a:pt x="9732773" y="7213938"/>
                </a:lnTo>
                <a:lnTo>
                  <a:pt x="0" y="7213938"/>
                </a:lnTo>
                <a:lnTo>
                  <a:pt x="0" y="0"/>
                </a:lnTo>
                <a:close/>
              </a:path>
            </a:pathLst>
          </a:custGeom>
          <a:ln w="13993">
            <a:solidFill>
              <a:srgbClr val="7B98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2148" y="1399793"/>
            <a:ext cx="5709920" cy="14604"/>
          </a:xfrm>
          <a:custGeom>
            <a:avLst/>
            <a:gdLst/>
            <a:ahLst/>
            <a:cxnLst/>
            <a:rect l="l" t="t" r="r" b="b"/>
            <a:pathLst>
              <a:path w="5709920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5709920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5709920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5709920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5709920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5709920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5709920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5709920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5709920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5709920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5709920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5709920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5709920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5709920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5709920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5709920" h="14605">
                <a:moveTo>
                  <a:pt x="1091488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488" y="13995"/>
                </a:lnTo>
                <a:lnTo>
                  <a:pt x="1091488" y="0"/>
                </a:lnTo>
                <a:close/>
              </a:path>
              <a:path w="5709920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5709920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5709920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5709920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5709920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5709920" h="14605">
                <a:moveTo>
                  <a:pt x="1511300" y="0"/>
                </a:moveTo>
                <a:lnTo>
                  <a:pt x="1469313" y="0"/>
                </a:lnTo>
                <a:lnTo>
                  <a:pt x="1469313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5709920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5709920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5709920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5709920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5709920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5709920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5709920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5709920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5709920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5709920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5709920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5709920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5709920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5709920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5709920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5709920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5709920" h="14605">
                <a:moveTo>
                  <a:pt x="2700744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44" y="13995"/>
                </a:lnTo>
                <a:lnTo>
                  <a:pt x="2700744" y="0"/>
                </a:lnTo>
                <a:close/>
              </a:path>
              <a:path w="5709920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5709920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5709920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5709920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5709920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5709920" h="14605">
                <a:moveTo>
                  <a:pt x="3120555" y="0"/>
                </a:moveTo>
                <a:lnTo>
                  <a:pt x="3078569" y="0"/>
                </a:lnTo>
                <a:lnTo>
                  <a:pt x="3078569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5709920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5709920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5709920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5709920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5709920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5709920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5709920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5709920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5709920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5709920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5709920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5709920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5709920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5709920" h="14605">
                <a:moveTo>
                  <a:pt x="4100106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100106" y="13995"/>
                </a:lnTo>
                <a:lnTo>
                  <a:pt x="4100106" y="0"/>
                </a:lnTo>
                <a:close/>
              </a:path>
              <a:path w="5709920" h="14605">
                <a:moveTo>
                  <a:pt x="4170070" y="0"/>
                </a:moveTo>
                <a:lnTo>
                  <a:pt x="4128084" y="0"/>
                </a:lnTo>
                <a:lnTo>
                  <a:pt x="4128084" y="13995"/>
                </a:lnTo>
                <a:lnTo>
                  <a:pt x="4170070" y="13995"/>
                </a:lnTo>
                <a:lnTo>
                  <a:pt x="4170070" y="0"/>
                </a:lnTo>
                <a:close/>
              </a:path>
              <a:path w="5709920" h="14605">
                <a:moveTo>
                  <a:pt x="4240034" y="0"/>
                </a:moveTo>
                <a:lnTo>
                  <a:pt x="4198061" y="0"/>
                </a:lnTo>
                <a:lnTo>
                  <a:pt x="4198061" y="13995"/>
                </a:lnTo>
                <a:lnTo>
                  <a:pt x="4240034" y="13995"/>
                </a:lnTo>
                <a:lnTo>
                  <a:pt x="4240034" y="0"/>
                </a:lnTo>
                <a:close/>
              </a:path>
              <a:path w="5709920" h="14605">
                <a:moveTo>
                  <a:pt x="4309999" y="0"/>
                </a:moveTo>
                <a:lnTo>
                  <a:pt x="4268025" y="0"/>
                </a:lnTo>
                <a:lnTo>
                  <a:pt x="4268025" y="13995"/>
                </a:lnTo>
                <a:lnTo>
                  <a:pt x="4309999" y="13995"/>
                </a:lnTo>
                <a:lnTo>
                  <a:pt x="4309999" y="0"/>
                </a:lnTo>
                <a:close/>
              </a:path>
              <a:path w="5709920" h="14605">
                <a:moveTo>
                  <a:pt x="4379976" y="0"/>
                </a:moveTo>
                <a:lnTo>
                  <a:pt x="4337990" y="0"/>
                </a:lnTo>
                <a:lnTo>
                  <a:pt x="4337990" y="13995"/>
                </a:lnTo>
                <a:lnTo>
                  <a:pt x="4379976" y="13995"/>
                </a:lnTo>
                <a:lnTo>
                  <a:pt x="4379976" y="0"/>
                </a:lnTo>
                <a:close/>
              </a:path>
              <a:path w="5709920" h="14605">
                <a:moveTo>
                  <a:pt x="4449940" y="0"/>
                </a:moveTo>
                <a:lnTo>
                  <a:pt x="4407954" y="0"/>
                </a:lnTo>
                <a:lnTo>
                  <a:pt x="4407954" y="13995"/>
                </a:lnTo>
                <a:lnTo>
                  <a:pt x="4449940" y="13995"/>
                </a:lnTo>
                <a:lnTo>
                  <a:pt x="4449940" y="0"/>
                </a:lnTo>
                <a:close/>
              </a:path>
              <a:path w="5709920" h="14605">
                <a:moveTo>
                  <a:pt x="5289550" y="0"/>
                </a:moveTo>
                <a:lnTo>
                  <a:pt x="5247576" y="0"/>
                </a:lnTo>
                <a:lnTo>
                  <a:pt x="5247576" y="13995"/>
                </a:lnTo>
                <a:lnTo>
                  <a:pt x="5289550" y="13995"/>
                </a:lnTo>
                <a:lnTo>
                  <a:pt x="5289550" y="0"/>
                </a:lnTo>
                <a:close/>
              </a:path>
              <a:path w="5709920" h="14605">
                <a:moveTo>
                  <a:pt x="5359514" y="0"/>
                </a:moveTo>
                <a:lnTo>
                  <a:pt x="5317541" y="0"/>
                </a:lnTo>
                <a:lnTo>
                  <a:pt x="5317541" y="13995"/>
                </a:lnTo>
                <a:lnTo>
                  <a:pt x="5359514" y="13995"/>
                </a:lnTo>
                <a:lnTo>
                  <a:pt x="5359514" y="0"/>
                </a:lnTo>
                <a:close/>
              </a:path>
              <a:path w="5709920" h="14605">
                <a:moveTo>
                  <a:pt x="5429491" y="0"/>
                </a:moveTo>
                <a:lnTo>
                  <a:pt x="5387505" y="0"/>
                </a:lnTo>
                <a:lnTo>
                  <a:pt x="5387505" y="13995"/>
                </a:lnTo>
                <a:lnTo>
                  <a:pt x="5429491" y="13995"/>
                </a:lnTo>
                <a:lnTo>
                  <a:pt x="5429491" y="0"/>
                </a:lnTo>
                <a:close/>
              </a:path>
              <a:path w="5709920" h="14605">
                <a:moveTo>
                  <a:pt x="5499455" y="0"/>
                </a:moveTo>
                <a:lnTo>
                  <a:pt x="5457469" y="0"/>
                </a:lnTo>
                <a:lnTo>
                  <a:pt x="5457469" y="13995"/>
                </a:lnTo>
                <a:lnTo>
                  <a:pt x="5499455" y="13995"/>
                </a:lnTo>
                <a:lnTo>
                  <a:pt x="5499455" y="0"/>
                </a:lnTo>
                <a:close/>
              </a:path>
              <a:path w="5709920" h="14605">
                <a:moveTo>
                  <a:pt x="5569420" y="0"/>
                </a:moveTo>
                <a:lnTo>
                  <a:pt x="5527446" y="0"/>
                </a:lnTo>
                <a:lnTo>
                  <a:pt x="5527446" y="13995"/>
                </a:lnTo>
                <a:lnTo>
                  <a:pt x="5569420" y="13995"/>
                </a:lnTo>
                <a:lnTo>
                  <a:pt x="5569420" y="0"/>
                </a:lnTo>
                <a:close/>
              </a:path>
              <a:path w="5709920" h="14605">
                <a:moveTo>
                  <a:pt x="5639384" y="0"/>
                </a:moveTo>
                <a:lnTo>
                  <a:pt x="5597410" y="0"/>
                </a:lnTo>
                <a:lnTo>
                  <a:pt x="5597410" y="13995"/>
                </a:lnTo>
                <a:lnTo>
                  <a:pt x="5639384" y="13995"/>
                </a:lnTo>
                <a:lnTo>
                  <a:pt x="5639384" y="0"/>
                </a:lnTo>
                <a:close/>
              </a:path>
              <a:path w="5709920" h="14605">
                <a:moveTo>
                  <a:pt x="5709361" y="0"/>
                </a:moveTo>
                <a:lnTo>
                  <a:pt x="5667375" y="0"/>
                </a:lnTo>
                <a:lnTo>
                  <a:pt x="5667375" y="13995"/>
                </a:lnTo>
                <a:lnTo>
                  <a:pt x="5709361" y="13995"/>
                </a:lnTo>
                <a:lnTo>
                  <a:pt x="5709361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839523" y="1399793"/>
            <a:ext cx="4065904" cy="14604"/>
          </a:xfrm>
          <a:custGeom>
            <a:avLst/>
            <a:gdLst/>
            <a:ahLst/>
            <a:cxnLst/>
            <a:rect l="l" t="t" r="r" b="b"/>
            <a:pathLst>
              <a:path w="4065904" h="14605">
                <a:moveTo>
                  <a:pt x="41986" y="0"/>
                </a:moveTo>
                <a:lnTo>
                  <a:pt x="0" y="0"/>
                </a:lnTo>
                <a:lnTo>
                  <a:pt x="0" y="13995"/>
                </a:lnTo>
                <a:lnTo>
                  <a:pt x="41986" y="13995"/>
                </a:lnTo>
                <a:lnTo>
                  <a:pt x="41986" y="0"/>
                </a:lnTo>
                <a:close/>
              </a:path>
              <a:path w="4065904" h="14605">
                <a:moveTo>
                  <a:pt x="111950" y="0"/>
                </a:moveTo>
                <a:lnTo>
                  <a:pt x="69964" y="0"/>
                </a:lnTo>
                <a:lnTo>
                  <a:pt x="69964" y="13995"/>
                </a:lnTo>
                <a:lnTo>
                  <a:pt x="111950" y="13995"/>
                </a:lnTo>
                <a:lnTo>
                  <a:pt x="111950" y="0"/>
                </a:lnTo>
                <a:close/>
              </a:path>
              <a:path w="4065904" h="14605">
                <a:moveTo>
                  <a:pt x="181914" y="0"/>
                </a:moveTo>
                <a:lnTo>
                  <a:pt x="139941" y="0"/>
                </a:lnTo>
                <a:lnTo>
                  <a:pt x="139941" y="13995"/>
                </a:lnTo>
                <a:lnTo>
                  <a:pt x="181914" y="13995"/>
                </a:lnTo>
                <a:lnTo>
                  <a:pt x="181914" y="0"/>
                </a:lnTo>
                <a:close/>
              </a:path>
              <a:path w="4065904" h="14605">
                <a:moveTo>
                  <a:pt x="251879" y="0"/>
                </a:moveTo>
                <a:lnTo>
                  <a:pt x="209905" y="0"/>
                </a:lnTo>
                <a:lnTo>
                  <a:pt x="209905" y="13995"/>
                </a:lnTo>
                <a:lnTo>
                  <a:pt x="251879" y="13995"/>
                </a:lnTo>
                <a:lnTo>
                  <a:pt x="251879" y="0"/>
                </a:lnTo>
                <a:close/>
              </a:path>
              <a:path w="4065904" h="14605">
                <a:moveTo>
                  <a:pt x="321856" y="0"/>
                </a:moveTo>
                <a:lnTo>
                  <a:pt x="279869" y="0"/>
                </a:lnTo>
                <a:lnTo>
                  <a:pt x="279869" y="13995"/>
                </a:lnTo>
                <a:lnTo>
                  <a:pt x="321856" y="13995"/>
                </a:lnTo>
                <a:lnTo>
                  <a:pt x="321856" y="0"/>
                </a:lnTo>
                <a:close/>
              </a:path>
              <a:path w="4065904" h="14605">
                <a:moveTo>
                  <a:pt x="391820" y="0"/>
                </a:moveTo>
                <a:lnTo>
                  <a:pt x="349834" y="0"/>
                </a:lnTo>
                <a:lnTo>
                  <a:pt x="349834" y="13995"/>
                </a:lnTo>
                <a:lnTo>
                  <a:pt x="391820" y="13995"/>
                </a:lnTo>
                <a:lnTo>
                  <a:pt x="391820" y="0"/>
                </a:lnTo>
                <a:close/>
              </a:path>
              <a:path w="4065904" h="14605">
                <a:moveTo>
                  <a:pt x="461784" y="0"/>
                </a:moveTo>
                <a:lnTo>
                  <a:pt x="419811" y="0"/>
                </a:lnTo>
                <a:lnTo>
                  <a:pt x="419811" y="13995"/>
                </a:lnTo>
                <a:lnTo>
                  <a:pt x="461784" y="13995"/>
                </a:lnTo>
                <a:lnTo>
                  <a:pt x="461784" y="0"/>
                </a:lnTo>
                <a:close/>
              </a:path>
              <a:path w="4065904" h="14605">
                <a:moveTo>
                  <a:pt x="531749" y="0"/>
                </a:moveTo>
                <a:lnTo>
                  <a:pt x="489775" y="0"/>
                </a:lnTo>
                <a:lnTo>
                  <a:pt x="489775" y="13995"/>
                </a:lnTo>
                <a:lnTo>
                  <a:pt x="531749" y="13995"/>
                </a:lnTo>
                <a:lnTo>
                  <a:pt x="531749" y="0"/>
                </a:lnTo>
                <a:close/>
              </a:path>
              <a:path w="4065904" h="14605">
                <a:moveTo>
                  <a:pt x="601726" y="0"/>
                </a:moveTo>
                <a:lnTo>
                  <a:pt x="559739" y="0"/>
                </a:lnTo>
                <a:lnTo>
                  <a:pt x="559739" y="13995"/>
                </a:lnTo>
                <a:lnTo>
                  <a:pt x="601726" y="13995"/>
                </a:lnTo>
                <a:lnTo>
                  <a:pt x="601726" y="0"/>
                </a:lnTo>
                <a:close/>
              </a:path>
              <a:path w="4065904" h="14605">
                <a:moveTo>
                  <a:pt x="671690" y="0"/>
                </a:moveTo>
                <a:lnTo>
                  <a:pt x="629704" y="0"/>
                </a:lnTo>
                <a:lnTo>
                  <a:pt x="629704" y="13995"/>
                </a:lnTo>
                <a:lnTo>
                  <a:pt x="671690" y="13995"/>
                </a:lnTo>
                <a:lnTo>
                  <a:pt x="671690" y="0"/>
                </a:lnTo>
                <a:close/>
              </a:path>
              <a:path w="4065904" h="14605">
                <a:moveTo>
                  <a:pt x="741654" y="0"/>
                </a:moveTo>
                <a:lnTo>
                  <a:pt x="699681" y="0"/>
                </a:lnTo>
                <a:lnTo>
                  <a:pt x="699681" y="13995"/>
                </a:lnTo>
                <a:lnTo>
                  <a:pt x="741654" y="13995"/>
                </a:lnTo>
                <a:lnTo>
                  <a:pt x="741654" y="0"/>
                </a:lnTo>
                <a:close/>
              </a:path>
              <a:path w="4065904" h="14605">
                <a:moveTo>
                  <a:pt x="811618" y="0"/>
                </a:moveTo>
                <a:lnTo>
                  <a:pt x="769645" y="0"/>
                </a:lnTo>
                <a:lnTo>
                  <a:pt x="769645" y="13995"/>
                </a:lnTo>
                <a:lnTo>
                  <a:pt x="811618" y="13995"/>
                </a:lnTo>
                <a:lnTo>
                  <a:pt x="811618" y="0"/>
                </a:lnTo>
                <a:close/>
              </a:path>
              <a:path w="4065904" h="14605">
                <a:moveTo>
                  <a:pt x="881595" y="0"/>
                </a:moveTo>
                <a:lnTo>
                  <a:pt x="839609" y="0"/>
                </a:lnTo>
                <a:lnTo>
                  <a:pt x="839609" y="13995"/>
                </a:lnTo>
                <a:lnTo>
                  <a:pt x="881595" y="13995"/>
                </a:lnTo>
                <a:lnTo>
                  <a:pt x="881595" y="0"/>
                </a:lnTo>
                <a:close/>
              </a:path>
              <a:path w="4065904" h="14605">
                <a:moveTo>
                  <a:pt x="951560" y="0"/>
                </a:moveTo>
                <a:lnTo>
                  <a:pt x="909574" y="0"/>
                </a:lnTo>
                <a:lnTo>
                  <a:pt x="909574" y="13995"/>
                </a:lnTo>
                <a:lnTo>
                  <a:pt x="951560" y="13995"/>
                </a:lnTo>
                <a:lnTo>
                  <a:pt x="951560" y="0"/>
                </a:lnTo>
                <a:close/>
              </a:path>
              <a:path w="4065904" h="14605">
                <a:moveTo>
                  <a:pt x="1021524" y="0"/>
                </a:moveTo>
                <a:lnTo>
                  <a:pt x="979551" y="0"/>
                </a:lnTo>
                <a:lnTo>
                  <a:pt x="979551" y="13995"/>
                </a:lnTo>
                <a:lnTo>
                  <a:pt x="1021524" y="13995"/>
                </a:lnTo>
                <a:lnTo>
                  <a:pt x="1021524" y="0"/>
                </a:lnTo>
                <a:close/>
              </a:path>
              <a:path w="4065904" h="14605">
                <a:moveTo>
                  <a:pt x="1091501" y="0"/>
                </a:moveTo>
                <a:lnTo>
                  <a:pt x="1049515" y="0"/>
                </a:lnTo>
                <a:lnTo>
                  <a:pt x="1049515" y="13995"/>
                </a:lnTo>
                <a:lnTo>
                  <a:pt x="1091501" y="13995"/>
                </a:lnTo>
                <a:lnTo>
                  <a:pt x="1091501" y="0"/>
                </a:lnTo>
                <a:close/>
              </a:path>
              <a:path w="4065904" h="14605">
                <a:moveTo>
                  <a:pt x="1161465" y="0"/>
                </a:moveTo>
                <a:lnTo>
                  <a:pt x="1119479" y="0"/>
                </a:lnTo>
                <a:lnTo>
                  <a:pt x="1119479" y="13995"/>
                </a:lnTo>
                <a:lnTo>
                  <a:pt x="1161465" y="13995"/>
                </a:lnTo>
                <a:lnTo>
                  <a:pt x="1161465" y="0"/>
                </a:lnTo>
                <a:close/>
              </a:path>
              <a:path w="4065904" h="14605">
                <a:moveTo>
                  <a:pt x="1231430" y="0"/>
                </a:moveTo>
                <a:lnTo>
                  <a:pt x="1189443" y="0"/>
                </a:lnTo>
                <a:lnTo>
                  <a:pt x="1189443" y="13995"/>
                </a:lnTo>
                <a:lnTo>
                  <a:pt x="1231430" y="13995"/>
                </a:lnTo>
                <a:lnTo>
                  <a:pt x="1231430" y="0"/>
                </a:lnTo>
                <a:close/>
              </a:path>
              <a:path w="4065904" h="14605">
                <a:moveTo>
                  <a:pt x="1301394" y="0"/>
                </a:moveTo>
                <a:lnTo>
                  <a:pt x="1259420" y="0"/>
                </a:lnTo>
                <a:lnTo>
                  <a:pt x="1259420" y="13995"/>
                </a:lnTo>
                <a:lnTo>
                  <a:pt x="1301394" y="13995"/>
                </a:lnTo>
                <a:lnTo>
                  <a:pt x="1301394" y="0"/>
                </a:lnTo>
                <a:close/>
              </a:path>
              <a:path w="4065904" h="14605">
                <a:moveTo>
                  <a:pt x="1371371" y="0"/>
                </a:moveTo>
                <a:lnTo>
                  <a:pt x="1329385" y="0"/>
                </a:lnTo>
                <a:lnTo>
                  <a:pt x="1329385" y="13995"/>
                </a:lnTo>
                <a:lnTo>
                  <a:pt x="1371371" y="13995"/>
                </a:lnTo>
                <a:lnTo>
                  <a:pt x="1371371" y="0"/>
                </a:lnTo>
                <a:close/>
              </a:path>
              <a:path w="4065904" h="14605">
                <a:moveTo>
                  <a:pt x="1441335" y="0"/>
                </a:moveTo>
                <a:lnTo>
                  <a:pt x="1399349" y="0"/>
                </a:lnTo>
                <a:lnTo>
                  <a:pt x="1399349" y="13995"/>
                </a:lnTo>
                <a:lnTo>
                  <a:pt x="1441335" y="13995"/>
                </a:lnTo>
                <a:lnTo>
                  <a:pt x="1441335" y="0"/>
                </a:lnTo>
                <a:close/>
              </a:path>
              <a:path w="4065904" h="14605">
                <a:moveTo>
                  <a:pt x="1511300" y="0"/>
                </a:moveTo>
                <a:lnTo>
                  <a:pt x="1469326" y="0"/>
                </a:lnTo>
                <a:lnTo>
                  <a:pt x="1469326" y="13995"/>
                </a:lnTo>
                <a:lnTo>
                  <a:pt x="1511300" y="13995"/>
                </a:lnTo>
                <a:lnTo>
                  <a:pt x="1511300" y="0"/>
                </a:lnTo>
                <a:close/>
              </a:path>
              <a:path w="4065904" h="14605">
                <a:moveTo>
                  <a:pt x="1581264" y="0"/>
                </a:moveTo>
                <a:lnTo>
                  <a:pt x="1539290" y="0"/>
                </a:lnTo>
                <a:lnTo>
                  <a:pt x="1539290" y="13995"/>
                </a:lnTo>
                <a:lnTo>
                  <a:pt x="1581264" y="13995"/>
                </a:lnTo>
                <a:lnTo>
                  <a:pt x="1581264" y="0"/>
                </a:lnTo>
                <a:close/>
              </a:path>
              <a:path w="4065904" h="14605">
                <a:moveTo>
                  <a:pt x="1651241" y="0"/>
                </a:moveTo>
                <a:lnTo>
                  <a:pt x="1609255" y="0"/>
                </a:lnTo>
                <a:lnTo>
                  <a:pt x="1609255" y="13995"/>
                </a:lnTo>
                <a:lnTo>
                  <a:pt x="1651241" y="13995"/>
                </a:lnTo>
                <a:lnTo>
                  <a:pt x="1651241" y="0"/>
                </a:lnTo>
                <a:close/>
              </a:path>
              <a:path w="4065904" h="14605">
                <a:moveTo>
                  <a:pt x="1721205" y="0"/>
                </a:moveTo>
                <a:lnTo>
                  <a:pt x="1679219" y="0"/>
                </a:lnTo>
                <a:lnTo>
                  <a:pt x="1679219" y="13995"/>
                </a:lnTo>
                <a:lnTo>
                  <a:pt x="1721205" y="13995"/>
                </a:lnTo>
                <a:lnTo>
                  <a:pt x="1721205" y="0"/>
                </a:lnTo>
                <a:close/>
              </a:path>
              <a:path w="4065904" h="14605">
                <a:moveTo>
                  <a:pt x="1791169" y="0"/>
                </a:moveTo>
                <a:lnTo>
                  <a:pt x="1749196" y="0"/>
                </a:lnTo>
                <a:lnTo>
                  <a:pt x="1749196" y="13995"/>
                </a:lnTo>
                <a:lnTo>
                  <a:pt x="1791169" y="13995"/>
                </a:lnTo>
                <a:lnTo>
                  <a:pt x="1791169" y="0"/>
                </a:lnTo>
                <a:close/>
              </a:path>
              <a:path w="4065904" h="14605">
                <a:moveTo>
                  <a:pt x="1861134" y="0"/>
                </a:moveTo>
                <a:lnTo>
                  <a:pt x="1819160" y="0"/>
                </a:lnTo>
                <a:lnTo>
                  <a:pt x="1819160" y="13995"/>
                </a:lnTo>
                <a:lnTo>
                  <a:pt x="1861134" y="13995"/>
                </a:lnTo>
                <a:lnTo>
                  <a:pt x="1861134" y="0"/>
                </a:lnTo>
                <a:close/>
              </a:path>
              <a:path w="4065904" h="14605">
                <a:moveTo>
                  <a:pt x="1931111" y="0"/>
                </a:moveTo>
                <a:lnTo>
                  <a:pt x="1889125" y="0"/>
                </a:lnTo>
                <a:lnTo>
                  <a:pt x="1889125" y="13995"/>
                </a:lnTo>
                <a:lnTo>
                  <a:pt x="1931111" y="13995"/>
                </a:lnTo>
                <a:lnTo>
                  <a:pt x="1931111" y="0"/>
                </a:lnTo>
                <a:close/>
              </a:path>
              <a:path w="4065904" h="14605">
                <a:moveTo>
                  <a:pt x="2001075" y="0"/>
                </a:moveTo>
                <a:lnTo>
                  <a:pt x="1959089" y="0"/>
                </a:lnTo>
                <a:lnTo>
                  <a:pt x="1959089" y="13995"/>
                </a:lnTo>
                <a:lnTo>
                  <a:pt x="2001075" y="13995"/>
                </a:lnTo>
                <a:lnTo>
                  <a:pt x="2001075" y="0"/>
                </a:lnTo>
                <a:close/>
              </a:path>
              <a:path w="4065904" h="14605">
                <a:moveTo>
                  <a:pt x="2071039" y="0"/>
                </a:moveTo>
                <a:lnTo>
                  <a:pt x="2029066" y="0"/>
                </a:lnTo>
                <a:lnTo>
                  <a:pt x="2029066" y="13995"/>
                </a:lnTo>
                <a:lnTo>
                  <a:pt x="2071039" y="13995"/>
                </a:lnTo>
                <a:lnTo>
                  <a:pt x="2071039" y="0"/>
                </a:lnTo>
                <a:close/>
              </a:path>
              <a:path w="4065904" h="14605">
                <a:moveTo>
                  <a:pt x="2141004" y="0"/>
                </a:moveTo>
                <a:lnTo>
                  <a:pt x="2099030" y="0"/>
                </a:lnTo>
                <a:lnTo>
                  <a:pt x="2099030" y="13995"/>
                </a:lnTo>
                <a:lnTo>
                  <a:pt x="2141004" y="13995"/>
                </a:lnTo>
                <a:lnTo>
                  <a:pt x="2141004" y="0"/>
                </a:lnTo>
                <a:close/>
              </a:path>
              <a:path w="4065904" h="14605">
                <a:moveTo>
                  <a:pt x="2210981" y="0"/>
                </a:moveTo>
                <a:lnTo>
                  <a:pt x="2168995" y="0"/>
                </a:lnTo>
                <a:lnTo>
                  <a:pt x="2168995" y="13995"/>
                </a:lnTo>
                <a:lnTo>
                  <a:pt x="2210981" y="13995"/>
                </a:lnTo>
                <a:lnTo>
                  <a:pt x="2210981" y="0"/>
                </a:lnTo>
                <a:close/>
              </a:path>
              <a:path w="4065904" h="14605">
                <a:moveTo>
                  <a:pt x="2280945" y="0"/>
                </a:moveTo>
                <a:lnTo>
                  <a:pt x="2238959" y="0"/>
                </a:lnTo>
                <a:lnTo>
                  <a:pt x="2238959" y="13995"/>
                </a:lnTo>
                <a:lnTo>
                  <a:pt x="2280945" y="13995"/>
                </a:lnTo>
                <a:lnTo>
                  <a:pt x="2280945" y="0"/>
                </a:lnTo>
                <a:close/>
              </a:path>
              <a:path w="4065904" h="14605">
                <a:moveTo>
                  <a:pt x="2350909" y="0"/>
                </a:moveTo>
                <a:lnTo>
                  <a:pt x="2308936" y="0"/>
                </a:lnTo>
                <a:lnTo>
                  <a:pt x="2308936" y="13995"/>
                </a:lnTo>
                <a:lnTo>
                  <a:pt x="2350909" y="13995"/>
                </a:lnTo>
                <a:lnTo>
                  <a:pt x="2350909" y="0"/>
                </a:lnTo>
                <a:close/>
              </a:path>
              <a:path w="4065904" h="14605">
                <a:moveTo>
                  <a:pt x="2420874" y="0"/>
                </a:moveTo>
                <a:lnTo>
                  <a:pt x="2378900" y="0"/>
                </a:lnTo>
                <a:lnTo>
                  <a:pt x="2378900" y="13995"/>
                </a:lnTo>
                <a:lnTo>
                  <a:pt x="2420874" y="13995"/>
                </a:lnTo>
                <a:lnTo>
                  <a:pt x="2420874" y="0"/>
                </a:lnTo>
                <a:close/>
              </a:path>
              <a:path w="4065904" h="14605">
                <a:moveTo>
                  <a:pt x="2490851" y="0"/>
                </a:moveTo>
                <a:lnTo>
                  <a:pt x="2448864" y="0"/>
                </a:lnTo>
                <a:lnTo>
                  <a:pt x="2448864" y="13995"/>
                </a:lnTo>
                <a:lnTo>
                  <a:pt x="2490851" y="13995"/>
                </a:lnTo>
                <a:lnTo>
                  <a:pt x="2490851" y="0"/>
                </a:lnTo>
                <a:close/>
              </a:path>
              <a:path w="4065904" h="14605">
                <a:moveTo>
                  <a:pt x="2560815" y="0"/>
                </a:moveTo>
                <a:lnTo>
                  <a:pt x="2518829" y="0"/>
                </a:lnTo>
                <a:lnTo>
                  <a:pt x="2518829" y="13995"/>
                </a:lnTo>
                <a:lnTo>
                  <a:pt x="2560815" y="13995"/>
                </a:lnTo>
                <a:lnTo>
                  <a:pt x="2560815" y="0"/>
                </a:lnTo>
                <a:close/>
              </a:path>
              <a:path w="4065904" h="14605">
                <a:moveTo>
                  <a:pt x="2630779" y="0"/>
                </a:moveTo>
                <a:lnTo>
                  <a:pt x="2588806" y="0"/>
                </a:lnTo>
                <a:lnTo>
                  <a:pt x="2588806" y="13995"/>
                </a:lnTo>
                <a:lnTo>
                  <a:pt x="2630779" y="13995"/>
                </a:lnTo>
                <a:lnTo>
                  <a:pt x="2630779" y="0"/>
                </a:lnTo>
                <a:close/>
              </a:path>
              <a:path w="4065904" h="14605">
                <a:moveTo>
                  <a:pt x="2700756" y="0"/>
                </a:moveTo>
                <a:lnTo>
                  <a:pt x="2658770" y="0"/>
                </a:lnTo>
                <a:lnTo>
                  <a:pt x="2658770" y="13995"/>
                </a:lnTo>
                <a:lnTo>
                  <a:pt x="2700756" y="13995"/>
                </a:lnTo>
                <a:lnTo>
                  <a:pt x="2700756" y="0"/>
                </a:lnTo>
                <a:close/>
              </a:path>
              <a:path w="4065904" h="14605">
                <a:moveTo>
                  <a:pt x="2770721" y="0"/>
                </a:moveTo>
                <a:lnTo>
                  <a:pt x="2728734" y="0"/>
                </a:lnTo>
                <a:lnTo>
                  <a:pt x="2728734" y="13995"/>
                </a:lnTo>
                <a:lnTo>
                  <a:pt x="2770721" y="13995"/>
                </a:lnTo>
                <a:lnTo>
                  <a:pt x="2770721" y="0"/>
                </a:lnTo>
                <a:close/>
              </a:path>
              <a:path w="4065904" h="14605">
                <a:moveTo>
                  <a:pt x="2840685" y="0"/>
                </a:moveTo>
                <a:lnTo>
                  <a:pt x="2798699" y="0"/>
                </a:lnTo>
                <a:lnTo>
                  <a:pt x="2798699" y="13995"/>
                </a:lnTo>
                <a:lnTo>
                  <a:pt x="2840685" y="13995"/>
                </a:lnTo>
                <a:lnTo>
                  <a:pt x="2840685" y="0"/>
                </a:lnTo>
                <a:close/>
              </a:path>
              <a:path w="4065904" h="14605">
                <a:moveTo>
                  <a:pt x="2910649" y="0"/>
                </a:moveTo>
                <a:lnTo>
                  <a:pt x="2868676" y="0"/>
                </a:lnTo>
                <a:lnTo>
                  <a:pt x="2868676" y="13995"/>
                </a:lnTo>
                <a:lnTo>
                  <a:pt x="2910649" y="13995"/>
                </a:lnTo>
                <a:lnTo>
                  <a:pt x="2910649" y="0"/>
                </a:lnTo>
                <a:close/>
              </a:path>
              <a:path w="4065904" h="14605">
                <a:moveTo>
                  <a:pt x="2980626" y="0"/>
                </a:moveTo>
                <a:lnTo>
                  <a:pt x="2938640" y="0"/>
                </a:lnTo>
                <a:lnTo>
                  <a:pt x="2938640" y="13995"/>
                </a:lnTo>
                <a:lnTo>
                  <a:pt x="2980626" y="13995"/>
                </a:lnTo>
                <a:lnTo>
                  <a:pt x="2980626" y="0"/>
                </a:lnTo>
                <a:close/>
              </a:path>
              <a:path w="4065904" h="14605">
                <a:moveTo>
                  <a:pt x="3050590" y="0"/>
                </a:moveTo>
                <a:lnTo>
                  <a:pt x="3008604" y="0"/>
                </a:lnTo>
                <a:lnTo>
                  <a:pt x="3008604" y="13995"/>
                </a:lnTo>
                <a:lnTo>
                  <a:pt x="3050590" y="13995"/>
                </a:lnTo>
                <a:lnTo>
                  <a:pt x="3050590" y="0"/>
                </a:lnTo>
                <a:close/>
              </a:path>
              <a:path w="4065904" h="14605">
                <a:moveTo>
                  <a:pt x="3120555" y="0"/>
                </a:moveTo>
                <a:lnTo>
                  <a:pt x="3078581" y="0"/>
                </a:lnTo>
                <a:lnTo>
                  <a:pt x="3078581" y="13995"/>
                </a:lnTo>
                <a:lnTo>
                  <a:pt x="3120555" y="13995"/>
                </a:lnTo>
                <a:lnTo>
                  <a:pt x="3120555" y="0"/>
                </a:lnTo>
                <a:close/>
              </a:path>
              <a:path w="4065904" h="14605">
                <a:moveTo>
                  <a:pt x="3190519" y="0"/>
                </a:moveTo>
                <a:lnTo>
                  <a:pt x="3148546" y="0"/>
                </a:lnTo>
                <a:lnTo>
                  <a:pt x="3148546" y="13995"/>
                </a:lnTo>
                <a:lnTo>
                  <a:pt x="3190519" y="13995"/>
                </a:lnTo>
                <a:lnTo>
                  <a:pt x="3190519" y="0"/>
                </a:lnTo>
                <a:close/>
              </a:path>
              <a:path w="4065904" h="14605">
                <a:moveTo>
                  <a:pt x="3260496" y="0"/>
                </a:moveTo>
                <a:lnTo>
                  <a:pt x="3218510" y="0"/>
                </a:lnTo>
                <a:lnTo>
                  <a:pt x="3218510" y="13995"/>
                </a:lnTo>
                <a:lnTo>
                  <a:pt x="3260496" y="13995"/>
                </a:lnTo>
                <a:lnTo>
                  <a:pt x="3260496" y="0"/>
                </a:lnTo>
                <a:close/>
              </a:path>
              <a:path w="4065904" h="14605">
                <a:moveTo>
                  <a:pt x="3330460" y="0"/>
                </a:moveTo>
                <a:lnTo>
                  <a:pt x="3288474" y="0"/>
                </a:lnTo>
                <a:lnTo>
                  <a:pt x="3288474" y="13995"/>
                </a:lnTo>
                <a:lnTo>
                  <a:pt x="3330460" y="13995"/>
                </a:lnTo>
                <a:lnTo>
                  <a:pt x="3330460" y="0"/>
                </a:lnTo>
                <a:close/>
              </a:path>
              <a:path w="4065904" h="14605">
                <a:moveTo>
                  <a:pt x="3400425" y="0"/>
                </a:moveTo>
                <a:lnTo>
                  <a:pt x="3358451" y="0"/>
                </a:lnTo>
                <a:lnTo>
                  <a:pt x="3358451" y="13995"/>
                </a:lnTo>
                <a:lnTo>
                  <a:pt x="3400425" y="13995"/>
                </a:lnTo>
                <a:lnTo>
                  <a:pt x="3400425" y="0"/>
                </a:lnTo>
                <a:close/>
              </a:path>
              <a:path w="4065904" h="14605">
                <a:moveTo>
                  <a:pt x="3470389" y="0"/>
                </a:moveTo>
                <a:lnTo>
                  <a:pt x="3428415" y="0"/>
                </a:lnTo>
                <a:lnTo>
                  <a:pt x="3428415" y="13995"/>
                </a:lnTo>
                <a:lnTo>
                  <a:pt x="3470389" y="13995"/>
                </a:lnTo>
                <a:lnTo>
                  <a:pt x="3470389" y="0"/>
                </a:lnTo>
                <a:close/>
              </a:path>
              <a:path w="4065904" h="14605">
                <a:moveTo>
                  <a:pt x="3540366" y="0"/>
                </a:moveTo>
                <a:lnTo>
                  <a:pt x="3498380" y="0"/>
                </a:lnTo>
                <a:lnTo>
                  <a:pt x="3498380" y="13995"/>
                </a:lnTo>
                <a:lnTo>
                  <a:pt x="3540366" y="13995"/>
                </a:lnTo>
                <a:lnTo>
                  <a:pt x="3540366" y="0"/>
                </a:lnTo>
                <a:close/>
              </a:path>
              <a:path w="4065904" h="14605">
                <a:moveTo>
                  <a:pt x="3610330" y="0"/>
                </a:moveTo>
                <a:lnTo>
                  <a:pt x="3568344" y="0"/>
                </a:lnTo>
                <a:lnTo>
                  <a:pt x="3568344" y="13995"/>
                </a:lnTo>
                <a:lnTo>
                  <a:pt x="3610330" y="13995"/>
                </a:lnTo>
                <a:lnTo>
                  <a:pt x="3610330" y="0"/>
                </a:lnTo>
                <a:close/>
              </a:path>
              <a:path w="4065904" h="14605">
                <a:moveTo>
                  <a:pt x="3680295" y="0"/>
                </a:moveTo>
                <a:lnTo>
                  <a:pt x="3638321" y="0"/>
                </a:lnTo>
                <a:lnTo>
                  <a:pt x="3638321" y="13995"/>
                </a:lnTo>
                <a:lnTo>
                  <a:pt x="3680295" y="13995"/>
                </a:lnTo>
                <a:lnTo>
                  <a:pt x="3680295" y="0"/>
                </a:lnTo>
                <a:close/>
              </a:path>
              <a:path w="4065904" h="14605">
                <a:moveTo>
                  <a:pt x="3750259" y="0"/>
                </a:moveTo>
                <a:lnTo>
                  <a:pt x="3708285" y="0"/>
                </a:lnTo>
                <a:lnTo>
                  <a:pt x="3708285" y="13995"/>
                </a:lnTo>
                <a:lnTo>
                  <a:pt x="3750259" y="13995"/>
                </a:lnTo>
                <a:lnTo>
                  <a:pt x="3750259" y="0"/>
                </a:lnTo>
                <a:close/>
              </a:path>
              <a:path w="4065904" h="14605">
                <a:moveTo>
                  <a:pt x="3820236" y="0"/>
                </a:moveTo>
                <a:lnTo>
                  <a:pt x="3778250" y="0"/>
                </a:lnTo>
                <a:lnTo>
                  <a:pt x="3778250" y="13995"/>
                </a:lnTo>
                <a:lnTo>
                  <a:pt x="3820236" y="13995"/>
                </a:lnTo>
                <a:lnTo>
                  <a:pt x="3820236" y="0"/>
                </a:lnTo>
                <a:close/>
              </a:path>
              <a:path w="4065904" h="14605">
                <a:moveTo>
                  <a:pt x="3890200" y="0"/>
                </a:moveTo>
                <a:lnTo>
                  <a:pt x="3848214" y="0"/>
                </a:lnTo>
                <a:lnTo>
                  <a:pt x="3848214" y="13995"/>
                </a:lnTo>
                <a:lnTo>
                  <a:pt x="3890200" y="13995"/>
                </a:lnTo>
                <a:lnTo>
                  <a:pt x="3890200" y="0"/>
                </a:lnTo>
                <a:close/>
              </a:path>
              <a:path w="4065904" h="14605">
                <a:moveTo>
                  <a:pt x="3960164" y="0"/>
                </a:moveTo>
                <a:lnTo>
                  <a:pt x="3918191" y="0"/>
                </a:lnTo>
                <a:lnTo>
                  <a:pt x="3918191" y="13995"/>
                </a:lnTo>
                <a:lnTo>
                  <a:pt x="3960164" y="13995"/>
                </a:lnTo>
                <a:lnTo>
                  <a:pt x="3960164" y="0"/>
                </a:lnTo>
                <a:close/>
              </a:path>
              <a:path w="4065904" h="14605">
                <a:moveTo>
                  <a:pt x="4030129" y="0"/>
                </a:moveTo>
                <a:lnTo>
                  <a:pt x="3988155" y="0"/>
                </a:lnTo>
                <a:lnTo>
                  <a:pt x="3988155" y="13995"/>
                </a:lnTo>
                <a:lnTo>
                  <a:pt x="4030129" y="13995"/>
                </a:lnTo>
                <a:lnTo>
                  <a:pt x="4030129" y="0"/>
                </a:lnTo>
                <a:close/>
              </a:path>
              <a:path w="4065904" h="14605">
                <a:moveTo>
                  <a:pt x="4065397" y="0"/>
                </a:moveTo>
                <a:lnTo>
                  <a:pt x="4058120" y="0"/>
                </a:lnTo>
                <a:lnTo>
                  <a:pt x="4058120" y="13995"/>
                </a:lnTo>
                <a:lnTo>
                  <a:pt x="4065397" y="13995"/>
                </a:lnTo>
                <a:lnTo>
                  <a:pt x="4065397" y="0"/>
                </a:lnTo>
                <a:close/>
              </a:path>
            </a:pathLst>
          </a:custGeom>
          <a:solidFill>
            <a:srgbClr val="7B98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50081" y="1053410"/>
            <a:ext cx="741656" cy="6716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636" y="2286714"/>
            <a:ext cx="8823325" cy="1604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636" y="2286714"/>
            <a:ext cx="8823325" cy="1604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27545"/>
            <a:ext cx="3226816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158" y="164283"/>
            <a:ext cx="9747250" cy="7228205"/>
            <a:chOff x="165158" y="164283"/>
            <a:chExt cx="9747250" cy="7228205"/>
          </a:xfrm>
        </p:grpSpPr>
        <p:sp>
          <p:nvSpPr>
            <p:cNvPr id="3" name="object 3"/>
            <p:cNvSpPr/>
            <p:nvPr/>
          </p:nvSpPr>
          <p:spPr>
            <a:xfrm>
              <a:off x="168796" y="7039053"/>
              <a:ext cx="9733280" cy="341630"/>
            </a:xfrm>
            <a:custGeom>
              <a:avLst/>
              <a:gdLst/>
              <a:ahLst/>
              <a:cxnLst/>
              <a:rect l="l" t="t" r="r" b="b"/>
              <a:pathLst>
                <a:path w="9733280" h="341629">
                  <a:moveTo>
                    <a:pt x="9732773" y="341092"/>
                  </a:moveTo>
                  <a:lnTo>
                    <a:pt x="0" y="341092"/>
                  </a:lnTo>
                  <a:lnTo>
                    <a:pt x="0" y="0"/>
                  </a:lnTo>
                  <a:lnTo>
                    <a:pt x="9732773" y="0"/>
                  </a:lnTo>
                  <a:lnTo>
                    <a:pt x="9732773" y="341092"/>
                  </a:lnTo>
                  <a:close/>
                </a:path>
              </a:pathLst>
            </a:custGeom>
            <a:solidFill>
              <a:srgbClr val="8BAC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2155" y="171280"/>
              <a:ext cx="9733280" cy="7214234"/>
            </a:xfrm>
            <a:custGeom>
              <a:avLst/>
              <a:gdLst/>
              <a:ahLst/>
              <a:cxnLst/>
              <a:rect l="l" t="t" r="r" b="b"/>
              <a:pathLst>
                <a:path w="9733280" h="7214234">
                  <a:moveTo>
                    <a:pt x="0" y="0"/>
                  </a:moveTo>
                  <a:lnTo>
                    <a:pt x="9732773" y="0"/>
                  </a:lnTo>
                  <a:lnTo>
                    <a:pt x="9732773" y="7213938"/>
                  </a:lnTo>
                  <a:lnTo>
                    <a:pt x="0" y="7213938"/>
                  </a:lnTo>
                  <a:lnTo>
                    <a:pt x="0" y="0"/>
                  </a:lnTo>
                  <a:close/>
                </a:path>
              </a:pathLst>
            </a:custGeom>
            <a:ln w="13993">
              <a:solidFill>
                <a:srgbClr val="7B98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2148" y="1399793"/>
              <a:ext cx="5709920" cy="14604"/>
            </a:xfrm>
            <a:custGeom>
              <a:avLst/>
              <a:gdLst/>
              <a:ahLst/>
              <a:cxnLst/>
              <a:rect l="l" t="t" r="r" b="b"/>
              <a:pathLst>
                <a:path w="5709920" h="14605">
                  <a:moveTo>
                    <a:pt x="41986" y="0"/>
                  </a:moveTo>
                  <a:lnTo>
                    <a:pt x="0" y="0"/>
                  </a:lnTo>
                  <a:lnTo>
                    <a:pt x="0" y="13995"/>
                  </a:lnTo>
                  <a:lnTo>
                    <a:pt x="41986" y="13995"/>
                  </a:lnTo>
                  <a:lnTo>
                    <a:pt x="41986" y="0"/>
                  </a:lnTo>
                  <a:close/>
                </a:path>
                <a:path w="5709920" h="14605">
                  <a:moveTo>
                    <a:pt x="111950" y="0"/>
                  </a:moveTo>
                  <a:lnTo>
                    <a:pt x="69964" y="0"/>
                  </a:lnTo>
                  <a:lnTo>
                    <a:pt x="69964" y="13995"/>
                  </a:lnTo>
                  <a:lnTo>
                    <a:pt x="111950" y="13995"/>
                  </a:lnTo>
                  <a:lnTo>
                    <a:pt x="111950" y="0"/>
                  </a:lnTo>
                  <a:close/>
                </a:path>
                <a:path w="5709920" h="14605">
                  <a:moveTo>
                    <a:pt x="181914" y="0"/>
                  </a:moveTo>
                  <a:lnTo>
                    <a:pt x="139941" y="0"/>
                  </a:lnTo>
                  <a:lnTo>
                    <a:pt x="139941" y="13995"/>
                  </a:lnTo>
                  <a:lnTo>
                    <a:pt x="181914" y="13995"/>
                  </a:lnTo>
                  <a:lnTo>
                    <a:pt x="181914" y="0"/>
                  </a:lnTo>
                  <a:close/>
                </a:path>
                <a:path w="5709920" h="14605">
                  <a:moveTo>
                    <a:pt x="251879" y="0"/>
                  </a:moveTo>
                  <a:lnTo>
                    <a:pt x="209905" y="0"/>
                  </a:lnTo>
                  <a:lnTo>
                    <a:pt x="209905" y="13995"/>
                  </a:lnTo>
                  <a:lnTo>
                    <a:pt x="251879" y="13995"/>
                  </a:lnTo>
                  <a:lnTo>
                    <a:pt x="251879" y="0"/>
                  </a:lnTo>
                  <a:close/>
                </a:path>
                <a:path w="5709920" h="14605">
                  <a:moveTo>
                    <a:pt x="321856" y="0"/>
                  </a:moveTo>
                  <a:lnTo>
                    <a:pt x="279869" y="0"/>
                  </a:lnTo>
                  <a:lnTo>
                    <a:pt x="279869" y="13995"/>
                  </a:lnTo>
                  <a:lnTo>
                    <a:pt x="321856" y="13995"/>
                  </a:lnTo>
                  <a:lnTo>
                    <a:pt x="321856" y="0"/>
                  </a:lnTo>
                  <a:close/>
                </a:path>
                <a:path w="5709920" h="14605">
                  <a:moveTo>
                    <a:pt x="391820" y="0"/>
                  </a:moveTo>
                  <a:lnTo>
                    <a:pt x="349834" y="0"/>
                  </a:lnTo>
                  <a:lnTo>
                    <a:pt x="349834" y="13995"/>
                  </a:lnTo>
                  <a:lnTo>
                    <a:pt x="391820" y="13995"/>
                  </a:lnTo>
                  <a:lnTo>
                    <a:pt x="391820" y="0"/>
                  </a:lnTo>
                  <a:close/>
                </a:path>
                <a:path w="5709920" h="14605">
                  <a:moveTo>
                    <a:pt x="461784" y="0"/>
                  </a:moveTo>
                  <a:lnTo>
                    <a:pt x="419811" y="0"/>
                  </a:lnTo>
                  <a:lnTo>
                    <a:pt x="419811" y="13995"/>
                  </a:lnTo>
                  <a:lnTo>
                    <a:pt x="461784" y="13995"/>
                  </a:lnTo>
                  <a:lnTo>
                    <a:pt x="461784" y="0"/>
                  </a:lnTo>
                  <a:close/>
                </a:path>
                <a:path w="5709920" h="14605">
                  <a:moveTo>
                    <a:pt x="531749" y="0"/>
                  </a:moveTo>
                  <a:lnTo>
                    <a:pt x="489775" y="0"/>
                  </a:lnTo>
                  <a:lnTo>
                    <a:pt x="489775" y="13995"/>
                  </a:lnTo>
                  <a:lnTo>
                    <a:pt x="531749" y="13995"/>
                  </a:lnTo>
                  <a:lnTo>
                    <a:pt x="531749" y="0"/>
                  </a:lnTo>
                  <a:close/>
                </a:path>
                <a:path w="5709920" h="14605">
                  <a:moveTo>
                    <a:pt x="601726" y="0"/>
                  </a:moveTo>
                  <a:lnTo>
                    <a:pt x="559739" y="0"/>
                  </a:lnTo>
                  <a:lnTo>
                    <a:pt x="559739" y="13995"/>
                  </a:lnTo>
                  <a:lnTo>
                    <a:pt x="601726" y="13995"/>
                  </a:lnTo>
                  <a:lnTo>
                    <a:pt x="601726" y="0"/>
                  </a:lnTo>
                  <a:close/>
                </a:path>
                <a:path w="5709920" h="14605">
                  <a:moveTo>
                    <a:pt x="671690" y="0"/>
                  </a:moveTo>
                  <a:lnTo>
                    <a:pt x="629704" y="0"/>
                  </a:lnTo>
                  <a:lnTo>
                    <a:pt x="629704" y="13995"/>
                  </a:lnTo>
                  <a:lnTo>
                    <a:pt x="671690" y="13995"/>
                  </a:lnTo>
                  <a:lnTo>
                    <a:pt x="671690" y="0"/>
                  </a:lnTo>
                  <a:close/>
                </a:path>
                <a:path w="5709920" h="14605">
                  <a:moveTo>
                    <a:pt x="741654" y="0"/>
                  </a:moveTo>
                  <a:lnTo>
                    <a:pt x="699681" y="0"/>
                  </a:lnTo>
                  <a:lnTo>
                    <a:pt x="699681" y="13995"/>
                  </a:lnTo>
                  <a:lnTo>
                    <a:pt x="741654" y="13995"/>
                  </a:lnTo>
                  <a:lnTo>
                    <a:pt x="741654" y="0"/>
                  </a:lnTo>
                  <a:close/>
                </a:path>
                <a:path w="5709920" h="14605">
                  <a:moveTo>
                    <a:pt x="811618" y="0"/>
                  </a:moveTo>
                  <a:lnTo>
                    <a:pt x="769645" y="0"/>
                  </a:lnTo>
                  <a:lnTo>
                    <a:pt x="769645" y="13995"/>
                  </a:lnTo>
                  <a:lnTo>
                    <a:pt x="811618" y="13995"/>
                  </a:lnTo>
                  <a:lnTo>
                    <a:pt x="811618" y="0"/>
                  </a:lnTo>
                  <a:close/>
                </a:path>
                <a:path w="5709920" h="14605">
                  <a:moveTo>
                    <a:pt x="881595" y="0"/>
                  </a:moveTo>
                  <a:lnTo>
                    <a:pt x="839609" y="0"/>
                  </a:lnTo>
                  <a:lnTo>
                    <a:pt x="839609" y="13995"/>
                  </a:lnTo>
                  <a:lnTo>
                    <a:pt x="881595" y="13995"/>
                  </a:lnTo>
                  <a:lnTo>
                    <a:pt x="881595" y="0"/>
                  </a:lnTo>
                  <a:close/>
                </a:path>
                <a:path w="5709920" h="14605">
                  <a:moveTo>
                    <a:pt x="951560" y="0"/>
                  </a:moveTo>
                  <a:lnTo>
                    <a:pt x="909574" y="0"/>
                  </a:lnTo>
                  <a:lnTo>
                    <a:pt x="909574" y="13995"/>
                  </a:lnTo>
                  <a:lnTo>
                    <a:pt x="951560" y="13995"/>
                  </a:lnTo>
                  <a:lnTo>
                    <a:pt x="951560" y="0"/>
                  </a:lnTo>
                  <a:close/>
                </a:path>
                <a:path w="5709920" h="14605">
                  <a:moveTo>
                    <a:pt x="1021524" y="0"/>
                  </a:moveTo>
                  <a:lnTo>
                    <a:pt x="979551" y="0"/>
                  </a:lnTo>
                  <a:lnTo>
                    <a:pt x="979551" y="13995"/>
                  </a:lnTo>
                  <a:lnTo>
                    <a:pt x="1021524" y="13995"/>
                  </a:lnTo>
                  <a:lnTo>
                    <a:pt x="1021524" y="0"/>
                  </a:lnTo>
                  <a:close/>
                </a:path>
                <a:path w="5709920" h="14605">
                  <a:moveTo>
                    <a:pt x="1091488" y="0"/>
                  </a:moveTo>
                  <a:lnTo>
                    <a:pt x="1049515" y="0"/>
                  </a:lnTo>
                  <a:lnTo>
                    <a:pt x="1049515" y="13995"/>
                  </a:lnTo>
                  <a:lnTo>
                    <a:pt x="1091488" y="13995"/>
                  </a:lnTo>
                  <a:lnTo>
                    <a:pt x="1091488" y="0"/>
                  </a:lnTo>
                  <a:close/>
                </a:path>
                <a:path w="5709920" h="14605">
                  <a:moveTo>
                    <a:pt x="1161465" y="0"/>
                  </a:moveTo>
                  <a:lnTo>
                    <a:pt x="1119479" y="0"/>
                  </a:lnTo>
                  <a:lnTo>
                    <a:pt x="1119479" y="13995"/>
                  </a:lnTo>
                  <a:lnTo>
                    <a:pt x="1161465" y="13995"/>
                  </a:lnTo>
                  <a:lnTo>
                    <a:pt x="1161465" y="0"/>
                  </a:lnTo>
                  <a:close/>
                </a:path>
                <a:path w="5709920" h="14605">
                  <a:moveTo>
                    <a:pt x="1231430" y="0"/>
                  </a:moveTo>
                  <a:lnTo>
                    <a:pt x="1189443" y="0"/>
                  </a:lnTo>
                  <a:lnTo>
                    <a:pt x="1189443" y="13995"/>
                  </a:lnTo>
                  <a:lnTo>
                    <a:pt x="1231430" y="13995"/>
                  </a:lnTo>
                  <a:lnTo>
                    <a:pt x="1231430" y="0"/>
                  </a:lnTo>
                  <a:close/>
                </a:path>
                <a:path w="5709920" h="14605">
                  <a:moveTo>
                    <a:pt x="1301394" y="0"/>
                  </a:moveTo>
                  <a:lnTo>
                    <a:pt x="1259420" y="0"/>
                  </a:lnTo>
                  <a:lnTo>
                    <a:pt x="1259420" y="13995"/>
                  </a:lnTo>
                  <a:lnTo>
                    <a:pt x="1301394" y="13995"/>
                  </a:lnTo>
                  <a:lnTo>
                    <a:pt x="1301394" y="0"/>
                  </a:lnTo>
                  <a:close/>
                </a:path>
                <a:path w="5709920" h="14605">
                  <a:moveTo>
                    <a:pt x="1371371" y="0"/>
                  </a:moveTo>
                  <a:lnTo>
                    <a:pt x="1329385" y="0"/>
                  </a:lnTo>
                  <a:lnTo>
                    <a:pt x="1329385" y="13995"/>
                  </a:lnTo>
                  <a:lnTo>
                    <a:pt x="1371371" y="13995"/>
                  </a:lnTo>
                  <a:lnTo>
                    <a:pt x="1371371" y="0"/>
                  </a:lnTo>
                  <a:close/>
                </a:path>
                <a:path w="5709920" h="14605">
                  <a:moveTo>
                    <a:pt x="1441335" y="0"/>
                  </a:moveTo>
                  <a:lnTo>
                    <a:pt x="1399349" y="0"/>
                  </a:lnTo>
                  <a:lnTo>
                    <a:pt x="1399349" y="13995"/>
                  </a:lnTo>
                  <a:lnTo>
                    <a:pt x="1441335" y="13995"/>
                  </a:lnTo>
                  <a:lnTo>
                    <a:pt x="1441335" y="0"/>
                  </a:lnTo>
                  <a:close/>
                </a:path>
                <a:path w="5709920" h="14605">
                  <a:moveTo>
                    <a:pt x="1511300" y="0"/>
                  </a:moveTo>
                  <a:lnTo>
                    <a:pt x="1469313" y="0"/>
                  </a:lnTo>
                  <a:lnTo>
                    <a:pt x="1469313" y="13995"/>
                  </a:lnTo>
                  <a:lnTo>
                    <a:pt x="1511300" y="13995"/>
                  </a:lnTo>
                  <a:lnTo>
                    <a:pt x="1511300" y="0"/>
                  </a:lnTo>
                  <a:close/>
                </a:path>
                <a:path w="5709920" h="14605">
                  <a:moveTo>
                    <a:pt x="1581264" y="0"/>
                  </a:moveTo>
                  <a:lnTo>
                    <a:pt x="1539290" y="0"/>
                  </a:lnTo>
                  <a:lnTo>
                    <a:pt x="1539290" y="13995"/>
                  </a:lnTo>
                  <a:lnTo>
                    <a:pt x="1581264" y="13995"/>
                  </a:lnTo>
                  <a:lnTo>
                    <a:pt x="1581264" y="0"/>
                  </a:lnTo>
                  <a:close/>
                </a:path>
                <a:path w="5709920" h="14605">
                  <a:moveTo>
                    <a:pt x="1651241" y="0"/>
                  </a:moveTo>
                  <a:lnTo>
                    <a:pt x="1609255" y="0"/>
                  </a:lnTo>
                  <a:lnTo>
                    <a:pt x="1609255" y="13995"/>
                  </a:lnTo>
                  <a:lnTo>
                    <a:pt x="1651241" y="13995"/>
                  </a:lnTo>
                  <a:lnTo>
                    <a:pt x="1651241" y="0"/>
                  </a:lnTo>
                  <a:close/>
                </a:path>
                <a:path w="5709920" h="14605">
                  <a:moveTo>
                    <a:pt x="1721205" y="0"/>
                  </a:moveTo>
                  <a:lnTo>
                    <a:pt x="1679219" y="0"/>
                  </a:lnTo>
                  <a:lnTo>
                    <a:pt x="1679219" y="13995"/>
                  </a:lnTo>
                  <a:lnTo>
                    <a:pt x="1721205" y="13995"/>
                  </a:lnTo>
                  <a:lnTo>
                    <a:pt x="1721205" y="0"/>
                  </a:lnTo>
                  <a:close/>
                </a:path>
                <a:path w="5709920" h="14605">
                  <a:moveTo>
                    <a:pt x="1791169" y="0"/>
                  </a:moveTo>
                  <a:lnTo>
                    <a:pt x="1749196" y="0"/>
                  </a:lnTo>
                  <a:lnTo>
                    <a:pt x="1749196" y="13995"/>
                  </a:lnTo>
                  <a:lnTo>
                    <a:pt x="1791169" y="13995"/>
                  </a:lnTo>
                  <a:lnTo>
                    <a:pt x="1791169" y="0"/>
                  </a:lnTo>
                  <a:close/>
                </a:path>
                <a:path w="5709920" h="14605">
                  <a:moveTo>
                    <a:pt x="1861134" y="0"/>
                  </a:moveTo>
                  <a:lnTo>
                    <a:pt x="1819160" y="0"/>
                  </a:lnTo>
                  <a:lnTo>
                    <a:pt x="1819160" y="13995"/>
                  </a:lnTo>
                  <a:lnTo>
                    <a:pt x="1861134" y="13995"/>
                  </a:lnTo>
                  <a:lnTo>
                    <a:pt x="1861134" y="0"/>
                  </a:lnTo>
                  <a:close/>
                </a:path>
                <a:path w="5709920" h="14605">
                  <a:moveTo>
                    <a:pt x="1931111" y="0"/>
                  </a:moveTo>
                  <a:lnTo>
                    <a:pt x="1889125" y="0"/>
                  </a:lnTo>
                  <a:lnTo>
                    <a:pt x="1889125" y="13995"/>
                  </a:lnTo>
                  <a:lnTo>
                    <a:pt x="1931111" y="13995"/>
                  </a:lnTo>
                  <a:lnTo>
                    <a:pt x="1931111" y="0"/>
                  </a:lnTo>
                  <a:close/>
                </a:path>
                <a:path w="5709920" h="14605">
                  <a:moveTo>
                    <a:pt x="2001075" y="0"/>
                  </a:moveTo>
                  <a:lnTo>
                    <a:pt x="1959089" y="0"/>
                  </a:lnTo>
                  <a:lnTo>
                    <a:pt x="1959089" y="13995"/>
                  </a:lnTo>
                  <a:lnTo>
                    <a:pt x="2001075" y="13995"/>
                  </a:lnTo>
                  <a:lnTo>
                    <a:pt x="2001075" y="0"/>
                  </a:lnTo>
                  <a:close/>
                </a:path>
                <a:path w="5709920" h="14605">
                  <a:moveTo>
                    <a:pt x="2071039" y="0"/>
                  </a:moveTo>
                  <a:lnTo>
                    <a:pt x="2029066" y="0"/>
                  </a:lnTo>
                  <a:lnTo>
                    <a:pt x="2029066" y="13995"/>
                  </a:lnTo>
                  <a:lnTo>
                    <a:pt x="2071039" y="13995"/>
                  </a:lnTo>
                  <a:lnTo>
                    <a:pt x="2071039" y="0"/>
                  </a:lnTo>
                  <a:close/>
                </a:path>
                <a:path w="5709920" h="14605">
                  <a:moveTo>
                    <a:pt x="2141004" y="0"/>
                  </a:moveTo>
                  <a:lnTo>
                    <a:pt x="2099030" y="0"/>
                  </a:lnTo>
                  <a:lnTo>
                    <a:pt x="2099030" y="13995"/>
                  </a:lnTo>
                  <a:lnTo>
                    <a:pt x="2141004" y="13995"/>
                  </a:lnTo>
                  <a:lnTo>
                    <a:pt x="2141004" y="0"/>
                  </a:lnTo>
                  <a:close/>
                </a:path>
                <a:path w="5709920" h="14605">
                  <a:moveTo>
                    <a:pt x="2210981" y="0"/>
                  </a:moveTo>
                  <a:lnTo>
                    <a:pt x="2168995" y="0"/>
                  </a:lnTo>
                  <a:lnTo>
                    <a:pt x="2168995" y="13995"/>
                  </a:lnTo>
                  <a:lnTo>
                    <a:pt x="2210981" y="13995"/>
                  </a:lnTo>
                  <a:lnTo>
                    <a:pt x="2210981" y="0"/>
                  </a:lnTo>
                  <a:close/>
                </a:path>
                <a:path w="5709920" h="14605">
                  <a:moveTo>
                    <a:pt x="2280945" y="0"/>
                  </a:moveTo>
                  <a:lnTo>
                    <a:pt x="2238959" y="0"/>
                  </a:lnTo>
                  <a:lnTo>
                    <a:pt x="2238959" y="13995"/>
                  </a:lnTo>
                  <a:lnTo>
                    <a:pt x="2280945" y="13995"/>
                  </a:lnTo>
                  <a:lnTo>
                    <a:pt x="2280945" y="0"/>
                  </a:lnTo>
                  <a:close/>
                </a:path>
                <a:path w="5709920" h="14605">
                  <a:moveTo>
                    <a:pt x="2350909" y="0"/>
                  </a:moveTo>
                  <a:lnTo>
                    <a:pt x="2308936" y="0"/>
                  </a:lnTo>
                  <a:lnTo>
                    <a:pt x="2308936" y="13995"/>
                  </a:lnTo>
                  <a:lnTo>
                    <a:pt x="2350909" y="13995"/>
                  </a:lnTo>
                  <a:lnTo>
                    <a:pt x="2350909" y="0"/>
                  </a:lnTo>
                  <a:close/>
                </a:path>
                <a:path w="5709920" h="14605">
                  <a:moveTo>
                    <a:pt x="2420874" y="0"/>
                  </a:moveTo>
                  <a:lnTo>
                    <a:pt x="2378900" y="0"/>
                  </a:lnTo>
                  <a:lnTo>
                    <a:pt x="2378900" y="13995"/>
                  </a:lnTo>
                  <a:lnTo>
                    <a:pt x="2420874" y="13995"/>
                  </a:lnTo>
                  <a:lnTo>
                    <a:pt x="2420874" y="0"/>
                  </a:lnTo>
                  <a:close/>
                </a:path>
                <a:path w="5709920" h="14605">
                  <a:moveTo>
                    <a:pt x="2490851" y="0"/>
                  </a:moveTo>
                  <a:lnTo>
                    <a:pt x="2448864" y="0"/>
                  </a:lnTo>
                  <a:lnTo>
                    <a:pt x="2448864" y="13995"/>
                  </a:lnTo>
                  <a:lnTo>
                    <a:pt x="2490851" y="13995"/>
                  </a:lnTo>
                  <a:lnTo>
                    <a:pt x="2490851" y="0"/>
                  </a:lnTo>
                  <a:close/>
                </a:path>
                <a:path w="5709920" h="14605">
                  <a:moveTo>
                    <a:pt x="2560815" y="0"/>
                  </a:moveTo>
                  <a:lnTo>
                    <a:pt x="2518829" y="0"/>
                  </a:lnTo>
                  <a:lnTo>
                    <a:pt x="2518829" y="13995"/>
                  </a:lnTo>
                  <a:lnTo>
                    <a:pt x="2560815" y="13995"/>
                  </a:lnTo>
                  <a:lnTo>
                    <a:pt x="2560815" y="0"/>
                  </a:lnTo>
                  <a:close/>
                </a:path>
                <a:path w="5709920" h="14605">
                  <a:moveTo>
                    <a:pt x="2630779" y="0"/>
                  </a:moveTo>
                  <a:lnTo>
                    <a:pt x="2588806" y="0"/>
                  </a:lnTo>
                  <a:lnTo>
                    <a:pt x="2588806" y="13995"/>
                  </a:lnTo>
                  <a:lnTo>
                    <a:pt x="2630779" y="13995"/>
                  </a:lnTo>
                  <a:lnTo>
                    <a:pt x="2630779" y="0"/>
                  </a:lnTo>
                  <a:close/>
                </a:path>
                <a:path w="5709920" h="14605">
                  <a:moveTo>
                    <a:pt x="2700744" y="0"/>
                  </a:moveTo>
                  <a:lnTo>
                    <a:pt x="2658770" y="0"/>
                  </a:lnTo>
                  <a:lnTo>
                    <a:pt x="2658770" y="13995"/>
                  </a:lnTo>
                  <a:lnTo>
                    <a:pt x="2700744" y="13995"/>
                  </a:lnTo>
                  <a:lnTo>
                    <a:pt x="2700744" y="0"/>
                  </a:lnTo>
                  <a:close/>
                </a:path>
                <a:path w="5709920" h="14605">
                  <a:moveTo>
                    <a:pt x="2770721" y="0"/>
                  </a:moveTo>
                  <a:lnTo>
                    <a:pt x="2728734" y="0"/>
                  </a:lnTo>
                  <a:lnTo>
                    <a:pt x="2728734" y="13995"/>
                  </a:lnTo>
                  <a:lnTo>
                    <a:pt x="2770721" y="13995"/>
                  </a:lnTo>
                  <a:lnTo>
                    <a:pt x="2770721" y="0"/>
                  </a:lnTo>
                  <a:close/>
                </a:path>
                <a:path w="5709920" h="14605">
                  <a:moveTo>
                    <a:pt x="2840685" y="0"/>
                  </a:moveTo>
                  <a:lnTo>
                    <a:pt x="2798699" y="0"/>
                  </a:lnTo>
                  <a:lnTo>
                    <a:pt x="2798699" y="13995"/>
                  </a:lnTo>
                  <a:lnTo>
                    <a:pt x="2840685" y="13995"/>
                  </a:lnTo>
                  <a:lnTo>
                    <a:pt x="2840685" y="0"/>
                  </a:lnTo>
                  <a:close/>
                </a:path>
                <a:path w="5709920" h="14605">
                  <a:moveTo>
                    <a:pt x="2910649" y="0"/>
                  </a:moveTo>
                  <a:lnTo>
                    <a:pt x="2868676" y="0"/>
                  </a:lnTo>
                  <a:lnTo>
                    <a:pt x="2868676" y="13995"/>
                  </a:lnTo>
                  <a:lnTo>
                    <a:pt x="2910649" y="13995"/>
                  </a:lnTo>
                  <a:lnTo>
                    <a:pt x="2910649" y="0"/>
                  </a:lnTo>
                  <a:close/>
                </a:path>
                <a:path w="5709920" h="14605">
                  <a:moveTo>
                    <a:pt x="2980626" y="0"/>
                  </a:moveTo>
                  <a:lnTo>
                    <a:pt x="2938640" y="0"/>
                  </a:lnTo>
                  <a:lnTo>
                    <a:pt x="2938640" y="13995"/>
                  </a:lnTo>
                  <a:lnTo>
                    <a:pt x="2980626" y="13995"/>
                  </a:lnTo>
                  <a:lnTo>
                    <a:pt x="2980626" y="0"/>
                  </a:lnTo>
                  <a:close/>
                </a:path>
                <a:path w="5709920" h="14605">
                  <a:moveTo>
                    <a:pt x="3050590" y="0"/>
                  </a:moveTo>
                  <a:lnTo>
                    <a:pt x="3008604" y="0"/>
                  </a:lnTo>
                  <a:lnTo>
                    <a:pt x="3008604" y="13995"/>
                  </a:lnTo>
                  <a:lnTo>
                    <a:pt x="3050590" y="13995"/>
                  </a:lnTo>
                  <a:lnTo>
                    <a:pt x="3050590" y="0"/>
                  </a:lnTo>
                  <a:close/>
                </a:path>
                <a:path w="5709920" h="14605">
                  <a:moveTo>
                    <a:pt x="3120555" y="0"/>
                  </a:moveTo>
                  <a:lnTo>
                    <a:pt x="3078569" y="0"/>
                  </a:lnTo>
                  <a:lnTo>
                    <a:pt x="3078569" y="13995"/>
                  </a:lnTo>
                  <a:lnTo>
                    <a:pt x="3120555" y="13995"/>
                  </a:lnTo>
                  <a:lnTo>
                    <a:pt x="3120555" y="0"/>
                  </a:lnTo>
                  <a:close/>
                </a:path>
                <a:path w="5709920" h="14605">
                  <a:moveTo>
                    <a:pt x="3190519" y="0"/>
                  </a:moveTo>
                  <a:lnTo>
                    <a:pt x="3148546" y="0"/>
                  </a:lnTo>
                  <a:lnTo>
                    <a:pt x="3148546" y="13995"/>
                  </a:lnTo>
                  <a:lnTo>
                    <a:pt x="3190519" y="13995"/>
                  </a:lnTo>
                  <a:lnTo>
                    <a:pt x="3190519" y="0"/>
                  </a:lnTo>
                  <a:close/>
                </a:path>
                <a:path w="5709920" h="14605">
                  <a:moveTo>
                    <a:pt x="3260496" y="0"/>
                  </a:moveTo>
                  <a:lnTo>
                    <a:pt x="3218510" y="0"/>
                  </a:lnTo>
                  <a:lnTo>
                    <a:pt x="3218510" y="13995"/>
                  </a:lnTo>
                  <a:lnTo>
                    <a:pt x="3260496" y="13995"/>
                  </a:lnTo>
                  <a:lnTo>
                    <a:pt x="3260496" y="0"/>
                  </a:lnTo>
                  <a:close/>
                </a:path>
                <a:path w="5709920" h="14605">
                  <a:moveTo>
                    <a:pt x="3330460" y="0"/>
                  </a:moveTo>
                  <a:lnTo>
                    <a:pt x="3288474" y="0"/>
                  </a:lnTo>
                  <a:lnTo>
                    <a:pt x="3288474" y="13995"/>
                  </a:lnTo>
                  <a:lnTo>
                    <a:pt x="3330460" y="13995"/>
                  </a:lnTo>
                  <a:lnTo>
                    <a:pt x="3330460" y="0"/>
                  </a:lnTo>
                  <a:close/>
                </a:path>
                <a:path w="5709920" h="14605">
                  <a:moveTo>
                    <a:pt x="3400425" y="0"/>
                  </a:moveTo>
                  <a:lnTo>
                    <a:pt x="3358451" y="0"/>
                  </a:lnTo>
                  <a:lnTo>
                    <a:pt x="3358451" y="13995"/>
                  </a:lnTo>
                  <a:lnTo>
                    <a:pt x="3400425" y="13995"/>
                  </a:lnTo>
                  <a:lnTo>
                    <a:pt x="3400425" y="0"/>
                  </a:lnTo>
                  <a:close/>
                </a:path>
                <a:path w="5709920" h="14605">
                  <a:moveTo>
                    <a:pt x="3470389" y="0"/>
                  </a:moveTo>
                  <a:lnTo>
                    <a:pt x="3428415" y="0"/>
                  </a:lnTo>
                  <a:lnTo>
                    <a:pt x="3428415" y="13995"/>
                  </a:lnTo>
                  <a:lnTo>
                    <a:pt x="3470389" y="13995"/>
                  </a:lnTo>
                  <a:lnTo>
                    <a:pt x="3470389" y="0"/>
                  </a:lnTo>
                  <a:close/>
                </a:path>
                <a:path w="5709920" h="14605">
                  <a:moveTo>
                    <a:pt x="3540366" y="0"/>
                  </a:moveTo>
                  <a:lnTo>
                    <a:pt x="3498380" y="0"/>
                  </a:lnTo>
                  <a:lnTo>
                    <a:pt x="3498380" y="13995"/>
                  </a:lnTo>
                  <a:lnTo>
                    <a:pt x="3540366" y="13995"/>
                  </a:lnTo>
                  <a:lnTo>
                    <a:pt x="3540366" y="0"/>
                  </a:lnTo>
                  <a:close/>
                </a:path>
                <a:path w="5709920" h="14605">
                  <a:moveTo>
                    <a:pt x="3610330" y="0"/>
                  </a:moveTo>
                  <a:lnTo>
                    <a:pt x="3568344" y="0"/>
                  </a:lnTo>
                  <a:lnTo>
                    <a:pt x="3568344" y="13995"/>
                  </a:lnTo>
                  <a:lnTo>
                    <a:pt x="3610330" y="13995"/>
                  </a:lnTo>
                  <a:lnTo>
                    <a:pt x="3610330" y="0"/>
                  </a:lnTo>
                  <a:close/>
                </a:path>
                <a:path w="5709920" h="14605">
                  <a:moveTo>
                    <a:pt x="3680295" y="0"/>
                  </a:moveTo>
                  <a:lnTo>
                    <a:pt x="3638321" y="0"/>
                  </a:lnTo>
                  <a:lnTo>
                    <a:pt x="3638321" y="13995"/>
                  </a:lnTo>
                  <a:lnTo>
                    <a:pt x="3680295" y="13995"/>
                  </a:lnTo>
                  <a:lnTo>
                    <a:pt x="3680295" y="0"/>
                  </a:lnTo>
                  <a:close/>
                </a:path>
                <a:path w="5709920" h="14605">
                  <a:moveTo>
                    <a:pt x="3750259" y="0"/>
                  </a:moveTo>
                  <a:lnTo>
                    <a:pt x="3708285" y="0"/>
                  </a:lnTo>
                  <a:lnTo>
                    <a:pt x="3708285" y="13995"/>
                  </a:lnTo>
                  <a:lnTo>
                    <a:pt x="3750259" y="13995"/>
                  </a:lnTo>
                  <a:lnTo>
                    <a:pt x="3750259" y="0"/>
                  </a:lnTo>
                  <a:close/>
                </a:path>
                <a:path w="5709920" h="14605">
                  <a:moveTo>
                    <a:pt x="3820236" y="0"/>
                  </a:moveTo>
                  <a:lnTo>
                    <a:pt x="3778250" y="0"/>
                  </a:lnTo>
                  <a:lnTo>
                    <a:pt x="3778250" y="13995"/>
                  </a:lnTo>
                  <a:lnTo>
                    <a:pt x="3820236" y="13995"/>
                  </a:lnTo>
                  <a:lnTo>
                    <a:pt x="3820236" y="0"/>
                  </a:lnTo>
                  <a:close/>
                </a:path>
                <a:path w="5709920" h="14605">
                  <a:moveTo>
                    <a:pt x="3890200" y="0"/>
                  </a:moveTo>
                  <a:lnTo>
                    <a:pt x="3848214" y="0"/>
                  </a:lnTo>
                  <a:lnTo>
                    <a:pt x="3848214" y="13995"/>
                  </a:lnTo>
                  <a:lnTo>
                    <a:pt x="3890200" y="13995"/>
                  </a:lnTo>
                  <a:lnTo>
                    <a:pt x="3890200" y="0"/>
                  </a:lnTo>
                  <a:close/>
                </a:path>
                <a:path w="5709920" h="14605">
                  <a:moveTo>
                    <a:pt x="3960164" y="0"/>
                  </a:moveTo>
                  <a:lnTo>
                    <a:pt x="3918191" y="0"/>
                  </a:lnTo>
                  <a:lnTo>
                    <a:pt x="3918191" y="13995"/>
                  </a:lnTo>
                  <a:lnTo>
                    <a:pt x="3960164" y="13995"/>
                  </a:lnTo>
                  <a:lnTo>
                    <a:pt x="3960164" y="0"/>
                  </a:lnTo>
                  <a:close/>
                </a:path>
                <a:path w="5709920" h="14605">
                  <a:moveTo>
                    <a:pt x="4030129" y="0"/>
                  </a:moveTo>
                  <a:lnTo>
                    <a:pt x="3988155" y="0"/>
                  </a:lnTo>
                  <a:lnTo>
                    <a:pt x="3988155" y="13995"/>
                  </a:lnTo>
                  <a:lnTo>
                    <a:pt x="4030129" y="13995"/>
                  </a:lnTo>
                  <a:lnTo>
                    <a:pt x="4030129" y="0"/>
                  </a:lnTo>
                  <a:close/>
                </a:path>
                <a:path w="5709920" h="14605">
                  <a:moveTo>
                    <a:pt x="4100106" y="0"/>
                  </a:moveTo>
                  <a:lnTo>
                    <a:pt x="4058120" y="0"/>
                  </a:lnTo>
                  <a:lnTo>
                    <a:pt x="4058120" y="13995"/>
                  </a:lnTo>
                  <a:lnTo>
                    <a:pt x="4100106" y="13995"/>
                  </a:lnTo>
                  <a:lnTo>
                    <a:pt x="4100106" y="0"/>
                  </a:lnTo>
                  <a:close/>
                </a:path>
                <a:path w="5709920" h="14605">
                  <a:moveTo>
                    <a:pt x="4170070" y="0"/>
                  </a:moveTo>
                  <a:lnTo>
                    <a:pt x="4128084" y="0"/>
                  </a:lnTo>
                  <a:lnTo>
                    <a:pt x="4128084" y="13995"/>
                  </a:lnTo>
                  <a:lnTo>
                    <a:pt x="4170070" y="13995"/>
                  </a:lnTo>
                  <a:lnTo>
                    <a:pt x="4170070" y="0"/>
                  </a:lnTo>
                  <a:close/>
                </a:path>
                <a:path w="5709920" h="14605">
                  <a:moveTo>
                    <a:pt x="4240034" y="0"/>
                  </a:moveTo>
                  <a:lnTo>
                    <a:pt x="4198061" y="0"/>
                  </a:lnTo>
                  <a:lnTo>
                    <a:pt x="4198061" y="13995"/>
                  </a:lnTo>
                  <a:lnTo>
                    <a:pt x="4240034" y="13995"/>
                  </a:lnTo>
                  <a:lnTo>
                    <a:pt x="4240034" y="0"/>
                  </a:lnTo>
                  <a:close/>
                </a:path>
                <a:path w="5709920" h="14605">
                  <a:moveTo>
                    <a:pt x="4309999" y="0"/>
                  </a:moveTo>
                  <a:lnTo>
                    <a:pt x="4268025" y="0"/>
                  </a:lnTo>
                  <a:lnTo>
                    <a:pt x="4268025" y="13995"/>
                  </a:lnTo>
                  <a:lnTo>
                    <a:pt x="4309999" y="13995"/>
                  </a:lnTo>
                  <a:lnTo>
                    <a:pt x="4309999" y="0"/>
                  </a:lnTo>
                  <a:close/>
                </a:path>
                <a:path w="5709920" h="14605">
                  <a:moveTo>
                    <a:pt x="4379976" y="0"/>
                  </a:moveTo>
                  <a:lnTo>
                    <a:pt x="4337990" y="0"/>
                  </a:lnTo>
                  <a:lnTo>
                    <a:pt x="4337990" y="13995"/>
                  </a:lnTo>
                  <a:lnTo>
                    <a:pt x="4379976" y="13995"/>
                  </a:lnTo>
                  <a:lnTo>
                    <a:pt x="4379976" y="0"/>
                  </a:lnTo>
                  <a:close/>
                </a:path>
                <a:path w="5709920" h="14605">
                  <a:moveTo>
                    <a:pt x="4449940" y="0"/>
                  </a:moveTo>
                  <a:lnTo>
                    <a:pt x="4407954" y="0"/>
                  </a:lnTo>
                  <a:lnTo>
                    <a:pt x="4407954" y="13995"/>
                  </a:lnTo>
                  <a:lnTo>
                    <a:pt x="4449940" y="13995"/>
                  </a:lnTo>
                  <a:lnTo>
                    <a:pt x="4449940" y="0"/>
                  </a:lnTo>
                  <a:close/>
                </a:path>
                <a:path w="5709920" h="14605">
                  <a:moveTo>
                    <a:pt x="5289550" y="0"/>
                  </a:moveTo>
                  <a:lnTo>
                    <a:pt x="5247576" y="0"/>
                  </a:lnTo>
                  <a:lnTo>
                    <a:pt x="5247576" y="13995"/>
                  </a:lnTo>
                  <a:lnTo>
                    <a:pt x="5289550" y="13995"/>
                  </a:lnTo>
                  <a:lnTo>
                    <a:pt x="5289550" y="0"/>
                  </a:lnTo>
                  <a:close/>
                </a:path>
                <a:path w="5709920" h="14605">
                  <a:moveTo>
                    <a:pt x="5359514" y="0"/>
                  </a:moveTo>
                  <a:lnTo>
                    <a:pt x="5317541" y="0"/>
                  </a:lnTo>
                  <a:lnTo>
                    <a:pt x="5317541" y="13995"/>
                  </a:lnTo>
                  <a:lnTo>
                    <a:pt x="5359514" y="13995"/>
                  </a:lnTo>
                  <a:lnTo>
                    <a:pt x="5359514" y="0"/>
                  </a:lnTo>
                  <a:close/>
                </a:path>
                <a:path w="5709920" h="14605">
                  <a:moveTo>
                    <a:pt x="5429491" y="0"/>
                  </a:moveTo>
                  <a:lnTo>
                    <a:pt x="5387505" y="0"/>
                  </a:lnTo>
                  <a:lnTo>
                    <a:pt x="5387505" y="13995"/>
                  </a:lnTo>
                  <a:lnTo>
                    <a:pt x="5429491" y="13995"/>
                  </a:lnTo>
                  <a:lnTo>
                    <a:pt x="5429491" y="0"/>
                  </a:lnTo>
                  <a:close/>
                </a:path>
                <a:path w="5709920" h="14605">
                  <a:moveTo>
                    <a:pt x="5499455" y="0"/>
                  </a:moveTo>
                  <a:lnTo>
                    <a:pt x="5457469" y="0"/>
                  </a:lnTo>
                  <a:lnTo>
                    <a:pt x="5457469" y="13995"/>
                  </a:lnTo>
                  <a:lnTo>
                    <a:pt x="5499455" y="13995"/>
                  </a:lnTo>
                  <a:lnTo>
                    <a:pt x="5499455" y="0"/>
                  </a:lnTo>
                  <a:close/>
                </a:path>
                <a:path w="5709920" h="14605">
                  <a:moveTo>
                    <a:pt x="5569420" y="0"/>
                  </a:moveTo>
                  <a:lnTo>
                    <a:pt x="5527446" y="0"/>
                  </a:lnTo>
                  <a:lnTo>
                    <a:pt x="5527446" y="13995"/>
                  </a:lnTo>
                  <a:lnTo>
                    <a:pt x="5569420" y="13995"/>
                  </a:lnTo>
                  <a:lnTo>
                    <a:pt x="5569420" y="0"/>
                  </a:lnTo>
                  <a:close/>
                </a:path>
                <a:path w="5709920" h="14605">
                  <a:moveTo>
                    <a:pt x="5639384" y="0"/>
                  </a:moveTo>
                  <a:lnTo>
                    <a:pt x="5597410" y="0"/>
                  </a:lnTo>
                  <a:lnTo>
                    <a:pt x="5597410" y="13995"/>
                  </a:lnTo>
                  <a:lnTo>
                    <a:pt x="5639384" y="13995"/>
                  </a:lnTo>
                  <a:lnTo>
                    <a:pt x="5639384" y="0"/>
                  </a:lnTo>
                  <a:close/>
                </a:path>
                <a:path w="5709920" h="14605">
                  <a:moveTo>
                    <a:pt x="5709361" y="0"/>
                  </a:moveTo>
                  <a:lnTo>
                    <a:pt x="5667375" y="0"/>
                  </a:lnTo>
                  <a:lnTo>
                    <a:pt x="5667375" y="13995"/>
                  </a:lnTo>
                  <a:lnTo>
                    <a:pt x="5709361" y="13995"/>
                  </a:lnTo>
                  <a:lnTo>
                    <a:pt x="5709361" y="0"/>
                  </a:lnTo>
                  <a:close/>
                </a:path>
              </a:pathLst>
            </a:custGeom>
            <a:solidFill>
              <a:srgbClr val="7B9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39523" y="1399793"/>
              <a:ext cx="4065904" cy="14604"/>
            </a:xfrm>
            <a:custGeom>
              <a:avLst/>
              <a:gdLst/>
              <a:ahLst/>
              <a:cxnLst/>
              <a:rect l="l" t="t" r="r" b="b"/>
              <a:pathLst>
                <a:path w="4065904" h="14605">
                  <a:moveTo>
                    <a:pt x="41986" y="0"/>
                  </a:moveTo>
                  <a:lnTo>
                    <a:pt x="0" y="0"/>
                  </a:lnTo>
                  <a:lnTo>
                    <a:pt x="0" y="13995"/>
                  </a:lnTo>
                  <a:lnTo>
                    <a:pt x="41986" y="13995"/>
                  </a:lnTo>
                  <a:lnTo>
                    <a:pt x="41986" y="0"/>
                  </a:lnTo>
                  <a:close/>
                </a:path>
                <a:path w="4065904" h="14605">
                  <a:moveTo>
                    <a:pt x="111950" y="0"/>
                  </a:moveTo>
                  <a:lnTo>
                    <a:pt x="69964" y="0"/>
                  </a:lnTo>
                  <a:lnTo>
                    <a:pt x="69964" y="13995"/>
                  </a:lnTo>
                  <a:lnTo>
                    <a:pt x="111950" y="13995"/>
                  </a:lnTo>
                  <a:lnTo>
                    <a:pt x="111950" y="0"/>
                  </a:lnTo>
                  <a:close/>
                </a:path>
                <a:path w="4065904" h="14605">
                  <a:moveTo>
                    <a:pt x="181914" y="0"/>
                  </a:moveTo>
                  <a:lnTo>
                    <a:pt x="139941" y="0"/>
                  </a:lnTo>
                  <a:lnTo>
                    <a:pt x="139941" y="13995"/>
                  </a:lnTo>
                  <a:lnTo>
                    <a:pt x="181914" y="13995"/>
                  </a:lnTo>
                  <a:lnTo>
                    <a:pt x="181914" y="0"/>
                  </a:lnTo>
                  <a:close/>
                </a:path>
                <a:path w="4065904" h="14605">
                  <a:moveTo>
                    <a:pt x="251879" y="0"/>
                  </a:moveTo>
                  <a:lnTo>
                    <a:pt x="209905" y="0"/>
                  </a:lnTo>
                  <a:lnTo>
                    <a:pt x="209905" y="13995"/>
                  </a:lnTo>
                  <a:lnTo>
                    <a:pt x="251879" y="13995"/>
                  </a:lnTo>
                  <a:lnTo>
                    <a:pt x="251879" y="0"/>
                  </a:lnTo>
                  <a:close/>
                </a:path>
                <a:path w="4065904" h="14605">
                  <a:moveTo>
                    <a:pt x="321856" y="0"/>
                  </a:moveTo>
                  <a:lnTo>
                    <a:pt x="279869" y="0"/>
                  </a:lnTo>
                  <a:lnTo>
                    <a:pt x="279869" y="13995"/>
                  </a:lnTo>
                  <a:lnTo>
                    <a:pt x="321856" y="13995"/>
                  </a:lnTo>
                  <a:lnTo>
                    <a:pt x="321856" y="0"/>
                  </a:lnTo>
                  <a:close/>
                </a:path>
                <a:path w="4065904" h="14605">
                  <a:moveTo>
                    <a:pt x="391820" y="0"/>
                  </a:moveTo>
                  <a:lnTo>
                    <a:pt x="349834" y="0"/>
                  </a:lnTo>
                  <a:lnTo>
                    <a:pt x="349834" y="13995"/>
                  </a:lnTo>
                  <a:lnTo>
                    <a:pt x="391820" y="13995"/>
                  </a:lnTo>
                  <a:lnTo>
                    <a:pt x="391820" y="0"/>
                  </a:lnTo>
                  <a:close/>
                </a:path>
                <a:path w="4065904" h="14605">
                  <a:moveTo>
                    <a:pt x="461784" y="0"/>
                  </a:moveTo>
                  <a:lnTo>
                    <a:pt x="419811" y="0"/>
                  </a:lnTo>
                  <a:lnTo>
                    <a:pt x="419811" y="13995"/>
                  </a:lnTo>
                  <a:lnTo>
                    <a:pt x="461784" y="13995"/>
                  </a:lnTo>
                  <a:lnTo>
                    <a:pt x="461784" y="0"/>
                  </a:lnTo>
                  <a:close/>
                </a:path>
                <a:path w="4065904" h="14605">
                  <a:moveTo>
                    <a:pt x="531749" y="0"/>
                  </a:moveTo>
                  <a:lnTo>
                    <a:pt x="489775" y="0"/>
                  </a:lnTo>
                  <a:lnTo>
                    <a:pt x="489775" y="13995"/>
                  </a:lnTo>
                  <a:lnTo>
                    <a:pt x="531749" y="13995"/>
                  </a:lnTo>
                  <a:lnTo>
                    <a:pt x="531749" y="0"/>
                  </a:lnTo>
                  <a:close/>
                </a:path>
                <a:path w="4065904" h="14605">
                  <a:moveTo>
                    <a:pt x="601726" y="0"/>
                  </a:moveTo>
                  <a:lnTo>
                    <a:pt x="559739" y="0"/>
                  </a:lnTo>
                  <a:lnTo>
                    <a:pt x="559739" y="13995"/>
                  </a:lnTo>
                  <a:lnTo>
                    <a:pt x="601726" y="13995"/>
                  </a:lnTo>
                  <a:lnTo>
                    <a:pt x="601726" y="0"/>
                  </a:lnTo>
                  <a:close/>
                </a:path>
                <a:path w="4065904" h="14605">
                  <a:moveTo>
                    <a:pt x="671690" y="0"/>
                  </a:moveTo>
                  <a:lnTo>
                    <a:pt x="629704" y="0"/>
                  </a:lnTo>
                  <a:lnTo>
                    <a:pt x="629704" y="13995"/>
                  </a:lnTo>
                  <a:lnTo>
                    <a:pt x="671690" y="13995"/>
                  </a:lnTo>
                  <a:lnTo>
                    <a:pt x="671690" y="0"/>
                  </a:lnTo>
                  <a:close/>
                </a:path>
                <a:path w="4065904" h="14605">
                  <a:moveTo>
                    <a:pt x="741654" y="0"/>
                  </a:moveTo>
                  <a:lnTo>
                    <a:pt x="699681" y="0"/>
                  </a:lnTo>
                  <a:lnTo>
                    <a:pt x="699681" y="13995"/>
                  </a:lnTo>
                  <a:lnTo>
                    <a:pt x="741654" y="13995"/>
                  </a:lnTo>
                  <a:lnTo>
                    <a:pt x="741654" y="0"/>
                  </a:lnTo>
                  <a:close/>
                </a:path>
                <a:path w="4065904" h="14605">
                  <a:moveTo>
                    <a:pt x="811618" y="0"/>
                  </a:moveTo>
                  <a:lnTo>
                    <a:pt x="769645" y="0"/>
                  </a:lnTo>
                  <a:lnTo>
                    <a:pt x="769645" y="13995"/>
                  </a:lnTo>
                  <a:lnTo>
                    <a:pt x="811618" y="13995"/>
                  </a:lnTo>
                  <a:lnTo>
                    <a:pt x="811618" y="0"/>
                  </a:lnTo>
                  <a:close/>
                </a:path>
                <a:path w="4065904" h="14605">
                  <a:moveTo>
                    <a:pt x="881595" y="0"/>
                  </a:moveTo>
                  <a:lnTo>
                    <a:pt x="839609" y="0"/>
                  </a:lnTo>
                  <a:lnTo>
                    <a:pt x="839609" y="13995"/>
                  </a:lnTo>
                  <a:lnTo>
                    <a:pt x="881595" y="13995"/>
                  </a:lnTo>
                  <a:lnTo>
                    <a:pt x="881595" y="0"/>
                  </a:lnTo>
                  <a:close/>
                </a:path>
                <a:path w="4065904" h="14605">
                  <a:moveTo>
                    <a:pt x="951560" y="0"/>
                  </a:moveTo>
                  <a:lnTo>
                    <a:pt x="909574" y="0"/>
                  </a:lnTo>
                  <a:lnTo>
                    <a:pt x="909574" y="13995"/>
                  </a:lnTo>
                  <a:lnTo>
                    <a:pt x="951560" y="13995"/>
                  </a:lnTo>
                  <a:lnTo>
                    <a:pt x="951560" y="0"/>
                  </a:lnTo>
                  <a:close/>
                </a:path>
                <a:path w="4065904" h="14605">
                  <a:moveTo>
                    <a:pt x="1021524" y="0"/>
                  </a:moveTo>
                  <a:lnTo>
                    <a:pt x="979551" y="0"/>
                  </a:lnTo>
                  <a:lnTo>
                    <a:pt x="979551" y="13995"/>
                  </a:lnTo>
                  <a:lnTo>
                    <a:pt x="1021524" y="13995"/>
                  </a:lnTo>
                  <a:lnTo>
                    <a:pt x="1021524" y="0"/>
                  </a:lnTo>
                  <a:close/>
                </a:path>
                <a:path w="4065904" h="14605">
                  <a:moveTo>
                    <a:pt x="1091501" y="0"/>
                  </a:moveTo>
                  <a:lnTo>
                    <a:pt x="1049515" y="0"/>
                  </a:lnTo>
                  <a:lnTo>
                    <a:pt x="1049515" y="13995"/>
                  </a:lnTo>
                  <a:lnTo>
                    <a:pt x="1091501" y="13995"/>
                  </a:lnTo>
                  <a:lnTo>
                    <a:pt x="1091501" y="0"/>
                  </a:lnTo>
                  <a:close/>
                </a:path>
                <a:path w="4065904" h="14605">
                  <a:moveTo>
                    <a:pt x="1161465" y="0"/>
                  </a:moveTo>
                  <a:lnTo>
                    <a:pt x="1119479" y="0"/>
                  </a:lnTo>
                  <a:lnTo>
                    <a:pt x="1119479" y="13995"/>
                  </a:lnTo>
                  <a:lnTo>
                    <a:pt x="1161465" y="13995"/>
                  </a:lnTo>
                  <a:lnTo>
                    <a:pt x="1161465" y="0"/>
                  </a:lnTo>
                  <a:close/>
                </a:path>
                <a:path w="4065904" h="14605">
                  <a:moveTo>
                    <a:pt x="1231430" y="0"/>
                  </a:moveTo>
                  <a:lnTo>
                    <a:pt x="1189443" y="0"/>
                  </a:lnTo>
                  <a:lnTo>
                    <a:pt x="1189443" y="13995"/>
                  </a:lnTo>
                  <a:lnTo>
                    <a:pt x="1231430" y="13995"/>
                  </a:lnTo>
                  <a:lnTo>
                    <a:pt x="1231430" y="0"/>
                  </a:lnTo>
                  <a:close/>
                </a:path>
                <a:path w="4065904" h="14605">
                  <a:moveTo>
                    <a:pt x="1301394" y="0"/>
                  </a:moveTo>
                  <a:lnTo>
                    <a:pt x="1259420" y="0"/>
                  </a:lnTo>
                  <a:lnTo>
                    <a:pt x="1259420" y="13995"/>
                  </a:lnTo>
                  <a:lnTo>
                    <a:pt x="1301394" y="13995"/>
                  </a:lnTo>
                  <a:lnTo>
                    <a:pt x="1301394" y="0"/>
                  </a:lnTo>
                  <a:close/>
                </a:path>
                <a:path w="4065904" h="14605">
                  <a:moveTo>
                    <a:pt x="1371371" y="0"/>
                  </a:moveTo>
                  <a:lnTo>
                    <a:pt x="1329385" y="0"/>
                  </a:lnTo>
                  <a:lnTo>
                    <a:pt x="1329385" y="13995"/>
                  </a:lnTo>
                  <a:lnTo>
                    <a:pt x="1371371" y="13995"/>
                  </a:lnTo>
                  <a:lnTo>
                    <a:pt x="1371371" y="0"/>
                  </a:lnTo>
                  <a:close/>
                </a:path>
                <a:path w="4065904" h="14605">
                  <a:moveTo>
                    <a:pt x="1441335" y="0"/>
                  </a:moveTo>
                  <a:lnTo>
                    <a:pt x="1399349" y="0"/>
                  </a:lnTo>
                  <a:lnTo>
                    <a:pt x="1399349" y="13995"/>
                  </a:lnTo>
                  <a:lnTo>
                    <a:pt x="1441335" y="13995"/>
                  </a:lnTo>
                  <a:lnTo>
                    <a:pt x="1441335" y="0"/>
                  </a:lnTo>
                  <a:close/>
                </a:path>
                <a:path w="4065904" h="14605">
                  <a:moveTo>
                    <a:pt x="1511300" y="0"/>
                  </a:moveTo>
                  <a:lnTo>
                    <a:pt x="1469326" y="0"/>
                  </a:lnTo>
                  <a:lnTo>
                    <a:pt x="1469326" y="13995"/>
                  </a:lnTo>
                  <a:lnTo>
                    <a:pt x="1511300" y="13995"/>
                  </a:lnTo>
                  <a:lnTo>
                    <a:pt x="1511300" y="0"/>
                  </a:lnTo>
                  <a:close/>
                </a:path>
                <a:path w="4065904" h="14605">
                  <a:moveTo>
                    <a:pt x="1581264" y="0"/>
                  </a:moveTo>
                  <a:lnTo>
                    <a:pt x="1539290" y="0"/>
                  </a:lnTo>
                  <a:lnTo>
                    <a:pt x="1539290" y="13995"/>
                  </a:lnTo>
                  <a:lnTo>
                    <a:pt x="1581264" y="13995"/>
                  </a:lnTo>
                  <a:lnTo>
                    <a:pt x="1581264" y="0"/>
                  </a:lnTo>
                  <a:close/>
                </a:path>
                <a:path w="4065904" h="14605">
                  <a:moveTo>
                    <a:pt x="1651241" y="0"/>
                  </a:moveTo>
                  <a:lnTo>
                    <a:pt x="1609255" y="0"/>
                  </a:lnTo>
                  <a:lnTo>
                    <a:pt x="1609255" y="13995"/>
                  </a:lnTo>
                  <a:lnTo>
                    <a:pt x="1651241" y="13995"/>
                  </a:lnTo>
                  <a:lnTo>
                    <a:pt x="1651241" y="0"/>
                  </a:lnTo>
                  <a:close/>
                </a:path>
                <a:path w="4065904" h="14605">
                  <a:moveTo>
                    <a:pt x="1721205" y="0"/>
                  </a:moveTo>
                  <a:lnTo>
                    <a:pt x="1679219" y="0"/>
                  </a:lnTo>
                  <a:lnTo>
                    <a:pt x="1679219" y="13995"/>
                  </a:lnTo>
                  <a:lnTo>
                    <a:pt x="1721205" y="13995"/>
                  </a:lnTo>
                  <a:lnTo>
                    <a:pt x="1721205" y="0"/>
                  </a:lnTo>
                  <a:close/>
                </a:path>
                <a:path w="4065904" h="14605">
                  <a:moveTo>
                    <a:pt x="1791169" y="0"/>
                  </a:moveTo>
                  <a:lnTo>
                    <a:pt x="1749196" y="0"/>
                  </a:lnTo>
                  <a:lnTo>
                    <a:pt x="1749196" y="13995"/>
                  </a:lnTo>
                  <a:lnTo>
                    <a:pt x="1791169" y="13995"/>
                  </a:lnTo>
                  <a:lnTo>
                    <a:pt x="1791169" y="0"/>
                  </a:lnTo>
                  <a:close/>
                </a:path>
                <a:path w="4065904" h="14605">
                  <a:moveTo>
                    <a:pt x="1861134" y="0"/>
                  </a:moveTo>
                  <a:lnTo>
                    <a:pt x="1819160" y="0"/>
                  </a:lnTo>
                  <a:lnTo>
                    <a:pt x="1819160" y="13995"/>
                  </a:lnTo>
                  <a:lnTo>
                    <a:pt x="1861134" y="13995"/>
                  </a:lnTo>
                  <a:lnTo>
                    <a:pt x="1861134" y="0"/>
                  </a:lnTo>
                  <a:close/>
                </a:path>
                <a:path w="4065904" h="14605">
                  <a:moveTo>
                    <a:pt x="1931111" y="0"/>
                  </a:moveTo>
                  <a:lnTo>
                    <a:pt x="1889125" y="0"/>
                  </a:lnTo>
                  <a:lnTo>
                    <a:pt x="1889125" y="13995"/>
                  </a:lnTo>
                  <a:lnTo>
                    <a:pt x="1931111" y="13995"/>
                  </a:lnTo>
                  <a:lnTo>
                    <a:pt x="1931111" y="0"/>
                  </a:lnTo>
                  <a:close/>
                </a:path>
                <a:path w="4065904" h="14605">
                  <a:moveTo>
                    <a:pt x="2001075" y="0"/>
                  </a:moveTo>
                  <a:lnTo>
                    <a:pt x="1959089" y="0"/>
                  </a:lnTo>
                  <a:lnTo>
                    <a:pt x="1959089" y="13995"/>
                  </a:lnTo>
                  <a:lnTo>
                    <a:pt x="2001075" y="13995"/>
                  </a:lnTo>
                  <a:lnTo>
                    <a:pt x="2001075" y="0"/>
                  </a:lnTo>
                  <a:close/>
                </a:path>
                <a:path w="4065904" h="14605">
                  <a:moveTo>
                    <a:pt x="2071039" y="0"/>
                  </a:moveTo>
                  <a:lnTo>
                    <a:pt x="2029066" y="0"/>
                  </a:lnTo>
                  <a:lnTo>
                    <a:pt x="2029066" y="13995"/>
                  </a:lnTo>
                  <a:lnTo>
                    <a:pt x="2071039" y="13995"/>
                  </a:lnTo>
                  <a:lnTo>
                    <a:pt x="2071039" y="0"/>
                  </a:lnTo>
                  <a:close/>
                </a:path>
                <a:path w="4065904" h="14605">
                  <a:moveTo>
                    <a:pt x="2141004" y="0"/>
                  </a:moveTo>
                  <a:lnTo>
                    <a:pt x="2099030" y="0"/>
                  </a:lnTo>
                  <a:lnTo>
                    <a:pt x="2099030" y="13995"/>
                  </a:lnTo>
                  <a:lnTo>
                    <a:pt x="2141004" y="13995"/>
                  </a:lnTo>
                  <a:lnTo>
                    <a:pt x="2141004" y="0"/>
                  </a:lnTo>
                  <a:close/>
                </a:path>
                <a:path w="4065904" h="14605">
                  <a:moveTo>
                    <a:pt x="2210981" y="0"/>
                  </a:moveTo>
                  <a:lnTo>
                    <a:pt x="2168995" y="0"/>
                  </a:lnTo>
                  <a:lnTo>
                    <a:pt x="2168995" y="13995"/>
                  </a:lnTo>
                  <a:lnTo>
                    <a:pt x="2210981" y="13995"/>
                  </a:lnTo>
                  <a:lnTo>
                    <a:pt x="2210981" y="0"/>
                  </a:lnTo>
                  <a:close/>
                </a:path>
                <a:path w="4065904" h="14605">
                  <a:moveTo>
                    <a:pt x="2280945" y="0"/>
                  </a:moveTo>
                  <a:lnTo>
                    <a:pt x="2238959" y="0"/>
                  </a:lnTo>
                  <a:lnTo>
                    <a:pt x="2238959" y="13995"/>
                  </a:lnTo>
                  <a:lnTo>
                    <a:pt x="2280945" y="13995"/>
                  </a:lnTo>
                  <a:lnTo>
                    <a:pt x="2280945" y="0"/>
                  </a:lnTo>
                  <a:close/>
                </a:path>
                <a:path w="4065904" h="14605">
                  <a:moveTo>
                    <a:pt x="2350909" y="0"/>
                  </a:moveTo>
                  <a:lnTo>
                    <a:pt x="2308936" y="0"/>
                  </a:lnTo>
                  <a:lnTo>
                    <a:pt x="2308936" y="13995"/>
                  </a:lnTo>
                  <a:lnTo>
                    <a:pt x="2350909" y="13995"/>
                  </a:lnTo>
                  <a:lnTo>
                    <a:pt x="2350909" y="0"/>
                  </a:lnTo>
                  <a:close/>
                </a:path>
                <a:path w="4065904" h="14605">
                  <a:moveTo>
                    <a:pt x="2420874" y="0"/>
                  </a:moveTo>
                  <a:lnTo>
                    <a:pt x="2378900" y="0"/>
                  </a:lnTo>
                  <a:lnTo>
                    <a:pt x="2378900" y="13995"/>
                  </a:lnTo>
                  <a:lnTo>
                    <a:pt x="2420874" y="13995"/>
                  </a:lnTo>
                  <a:lnTo>
                    <a:pt x="2420874" y="0"/>
                  </a:lnTo>
                  <a:close/>
                </a:path>
                <a:path w="4065904" h="14605">
                  <a:moveTo>
                    <a:pt x="2490851" y="0"/>
                  </a:moveTo>
                  <a:lnTo>
                    <a:pt x="2448864" y="0"/>
                  </a:lnTo>
                  <a:lnTo>
                    <a:pt x="2448864" y="13995"/>
                  </a:lnTo>
                  <a:lnTo>
                    <a:pt x="2490851" y="13995"/>
                  </a:lnTo>
                  <a:lnTo>
                    <a:pt x="2490851" y="0"/>
                  </a:lnTo>
                  <a:close/>
                </a:path>
                <a:path w="4065904" h="14605">
                  <a:moveTo>
                    <a:pt x="2560815" y="0"/>
                  </a:moveTo>
                  <a:lnTo>
                    <a:pt x="2518829" y="0"/>
                  </a:lnTo>
                  <a:lnTo>
                    <a:pt x="2518829" y="13995"/>
                  </a:lnTo>
                  <a:lnTo>
                    <a:pt x="2560815" y="13995"/>
                  </a:lnTo>
                  <a:lnTo>
                    <a:pt x="2560815" y="0"/>
                  </a:lnTo>
                  <a:close/>
                </a:path>
                <a:path w="4065904" h="14605">
                  <a:moveTo>
                    <a:pt x="2630779" y="0"/>
                  </a:moveTo>
                  <a:lnTo>
                    <a:pt x="2588806" y="0"/>
                  </a:lnTo>
                  <a:lnTo>
                    <a:pt x="2588806" y="13995"/>
                  </a:lnTo>
                  <a:lnTo>
                    <a:pt x="2630779" y="13995"/>
                  </a:lnTo>
                  <a:lnTo>
                    <a:pt x="2630779" y="0"/>
                  </a:lnTo>
                  <a:close/>
                </a:path>
                <a:path w="4065904" h="14605">
                  <a:moveTo>
                    <a:pt x="2700756" y="0"/>
                  </a:moveTo>
                  <a:lnTo>
                    <a:pt x="2658770" y="0"/>
                  </a:lnTo>
                  <a:lnTo>
                    <a:pt x="2658770" y="13995"/>
                  </a:lnTo>
                  <a:lnTo>
                    <a:pt x="2700756" y="13995"/>
                  </a:lnTo>
                  <a:lnTo>
                    <a:pt x="2700756" y="0"/>
                  </a:lnTo>
                  <a:close/>
                </a:path>
                <a:path w="4065904" h="14605">
                  <a:moveTo>
                    <a:pt x="2770721" y="0"/>
                  </a:moveTo>
                  <a:lnTo>
                    <a:pt x="2728734" y="0"/>
                  </a:lnTo>
                  <a:lnTo>
                    <a:pt x="2728734" y="13995"/>
                  </a:lnTo>
                  <a:lnTo>
                    <a:pt x="2770721" y="13995"/>
                  </a:lnTo>
                  <a:lnTo>
                    <a:pt x="2770721" y="0"/>
                  </a:lnTo>
                  <a:close/>
                </a:path>
                <a:path w="4065904" h="14605">
                  <a:moveTo>
                    <a:pt x="2840685" y="0"/>
                  </a:moveTo>
                  <a:lnTo>
                    <a:pt x="2798699" y="0"/>
                  </a:lnTo>
                  <a:lnTo>
                    <a:pt x="2798699" y="13995"/>
                  </a:lnTo>
                  <a:lnTo>
                    <a:pt x="2840685" y="13995"/>
                  </a:lnTo>
                  <a:lnTo>
                    <a:pt x="2840685" y="0"/>
                  </a:lnTo>
                  <a:close/>
                </a:path>
                <a:path w="4065904" h="14605">
                  <a:moveTo>
                    <a:pt x="2910649" y="0"/>
                  </a:moveTo>
                  <a:lnTo>
                    <a:pt x="2868676" y="0"/>
                  </a:lnTo>
                  <a:lnTo>
                    <a:pt x="2868676" y="13995"/>
                  </a:lnTo>
                  <a:lnTo>
                    <a:pt x="2910649" y="13995"/>
                  </a:lnTo>
                  <a:lnTo>
                    <a:pt x="2910649" y="0"/>
                  </a:lnTo>
                  <a:close/>
                </a:path>
                <a:path w="4065904" h="14605">
                  <a:moveTo>
                    <a:pt x="2980626" y="0"/>
                  </a:moveTo>
                  <a:lnTo>
                    <a:pt x="2938640" y="0"/>
                  </a:lnTo>
                  <a:lnTo>
                    <a:pt x="2938640" y="13995"/>
                  </a:lnTo>
                  <a:lnTo>
                    <a:pt x="2980626" y="13995"/>
                  </a:lnTo>
                  <a:lnTo>
                    <a:pt x="2980626" y="0"/>
                  </a:lnTo>
                  <a:close/>
                </a:path>
                <a:path w="4065904" h="14605">
                  <a:moveTo>
                    <a:pt x="3050590" y="0"/>
                  </a:moveTo>
                  <a:lnTo>
                    <a:pt x="3008604" y="0"/>
                  </a:lnTo>
                  <a:lnTo>
                    <a:pt x="3008604" y="13995"/>
                  </a:lnTo>
                  <a:lnTo>
                    <a:pt x="3050590" y="13995"/>
                  </a:lnTo>
                  <a:lnTo>
                    <a:pt x="3050590" y="0"/>
                  </a:lnTo>
                  <a:close/>
                </a:path>
                <a:path w="4065904" h="14605">
                  <a:moveTo>
                    <a:pt x="3120555" y="0"/>
                  </a:moveTo>
                  <a:lnTo>
                    <a:pt x="3078581" y="0"/>
                  </a:lnTo>
                  <a:lnTo>
                    <a:pt x="3078581" y="13995"/>
                  </a:lnTo>
                  <a:lnTo>
                    <a:pt x="3120555" y="13995"/>
                  </a:lnTo>
                  <a:lnTo>
                    <a:pt x="3120555" y="0"/>
                  </a:lnTo>
                  <a:close/>
                </a:path>
                <a:path w="4065904" h="14605">
                  <a:moveTo>
                    <a:pt x="3190519" y="0"/>
                  </a:moveTo>
                  <a:lnTo>
                    <a:pt x="3148546" y="0"/>
                  </a:lnTo>
                  <a:lnTo>
                    <a:pt x="3148546" y="13995"/>
                  </a:lnTo>
                  <a:lnTo>
                    <a:pt x="3190519" y="13995"/>
                  </a:lnTo>
                  <a:lnTo>
                    <a:pt x="3190519" y="0"/>
                  </a:lnTo>
                  <a:close/>
                </a:path>
                <a:path w="4065904" h="14605">
                  <a:moveTo>
                    <a:pt x="3260496" y="0"/>
                  </a:moveTo>
                  <a:lnTo>
                    <a:pt x="3218510" y="0"/>
                  </a:lnTo>
                  <a:lnTo>
                    <a:pt x="3218510" y="13995"/>
                  </a:lnTo>
                  <a:lnTo>
                    <a:pt x="3260496" y="13995"/>
                  </a:lnTo>
                  <a:lnTo>
                    <a:pt x="3260496" y="0"/>
                  </a:lnTo>
                  <a:close/>
                </a:path>
                <a:path w="4065904" h="14605">
                  <a:moveTo>
                    <a:pt x="3330460" y="0"/>
                  </a:moveTo>
                  <a:lnTo>
                    <a:pt x="3288474" y="0"/>
                  </a:lnTo>
                  <a:lnTo>
                    <a:pt x="3288474" y="13995"/>
                  </a:lnTo>
                  <a:lnTo>
                    <a:pt x="3330460" y="13995"/>
                  </a:lnTo>
                  <a:lnTo>
                    <a:pt x="3330460" y="0"/>
                  </a:lnTo>
                  <a:close/>
                </a:path>
                <a:path w="4065904" h="14605">
                  <a:moveTo>
                    <a:pt x="3400425" y="0"/>
                  </a:moveTo>
                  <a:lnTo>
                    <a:pt x="3358451" y="0"/>
                  </a:lnTo>
                  <a:lnTo>
                    <a:pt x="3358451" y="13995"/>
                  </a:lnTo>
                  <a:lnTo>
                    <a:pt x="3400425" y="13995"/>
                  </a:lnTo>
                  <a:lnTo>
                    <a:pt x="3400425" y="0"/>
                  </a:lnTo>
                  <a:close/>
                </a:path>
                <a:path w="4065904" h="14605">
                  <a:moveTo>
                    <a:pt x="3470389" y="0"/>
                  </a:moveTo>
                  <a:lnTo>
                    <a:pt x="3428415" y="0"/>
                  </a:lnTo>
                  <a:lnTo>
                    <a:pt x="3428415" y="13995"/>
                  </a:lnTo>
                  <a:lnTo>
                    <a:pt x="3470389" y="13995"/>
                  </a:lnTo>
                  <a:lnTo>
                    <a:pt x="3470389" y="0"/>
                  </a:lnTo>
                  <a:close/>
                </a:path>
                <a:path w="4065904" h="14605">
                  <a:moveTo>
                    <a:pt x="3540366" y="0"/>
                  </a:moveTo>
                  <a:lnTo>
                    <a:pt x="3498380" y="0"/>
                  </a:lnTo>
                  <a:lnTo>
                    <a:pt x="3498380" y="13995"/>
                  </a:lnTo>
                  <a:lnTo>
                    <a:pt x="3540366" y="13995"/>
                  </a:lnTo>
                  <a:lnTo>
                    <a:pt x="3540366" y="0"/>
                  </a:lnTo>
                  <a:close/>
                </a:path>
                <a:path w="4065904" h="14605">
                  <a:moveTo>
                    <a:pt x="3610330" y="0"/>
                  </a:moveTo>
                  <a:lnTo>
                    <a:pt x="3568344" y="0"/>
                  </a:lnTo>
                  <a:lnTo>
                    <a:pt x="3568344" y="13995"/>
                  </a:lnTo>
                  <a:lnTo>
                    <a:pt x="3610330" y="13995"/>
                  </a:lnTo>
                  <a:lnTo>
                    <a:pt x="3610330" y="0"/>
                  </a:lnTo>
                  <a:close/>
                </a:path>
                <a:path w="4065904" h="14605">
                  <a:moveTo>
                    <a:pt x="3680295" y="0"/>
                  </a:moveTo>
                  <a:lnTo>
                    <a:pt x="3638321" y="0"/>
                  </a:lnTo>
                  <a:lnTo>
                    <a:pt x="3638321" y="13995"/>
                  </a:lnTo>
                  <a:lnTo>
                    <a:pt x="3680295" y="13995"/>
                  </a:lnTo>
                  <a:lnTo>
                    <a:pt x="3680295" y="0"/>
                  </a:lnTo>
                  <a:close/>
                </a:path>
                <a:path w="4065904" h="14605">
                  <a:moveTo>
                    <a:pt x="3750259" y="0"/>
                  </a:moveTo>
                  <a:lnTo>
                    <a:pt x="3708285" y="0"/>
                  </a:lnTo>
                  <a:lnTo>
                    <a:pt x="3708285" y="13995"/>
                  </a:lnTo>
                  <a:lnTo>
                    <a:pt x="3750259" y="13995"/>
                  </a:lnTo>
                  <a:lnTo>
                    <a:pt x="3750259" y="0"/>
                  </a:lnTo>
                  <a:close/>
                </a:path>
                <a:path w="4065904" h="14605">
                  <a:moveTo>
                    <a:pt x="3820236" y="0"/>
                  </a:moveTo>
                  <a:lnTo>
                    <a:pt x="3778250" y="0"/>
                  </a:lnTo>
                  <a:lnTo>
                    <a:pt x="3778250" y="13995"/>
                  </a:lnTo>
                  <a:lnTo>
                    <a:pt x="3820236" y="13995"/>
                  </a:lnTo>
                  <a:lnTo>
                    <a:pt x="3820236" y="0"/>
                  </a:lnTo>
                  <a:close/>
                </a:path>
                <a:path w="4065904" h="14605">
                  <a:moveTo>
                    <a:pt x="3890200" y="0"/>
                  </a:moveTo>
                  <a:lnTo>
                    <a:pt x="3848214" y="0"/>
                  </a:lnTo>
                  <a:lnTo>
                    <a:pt x="3848214" y="13995"/>
                  </a:lnTo>
                  <a:lnTo>
                    <a:pt x="3890200" y="13995"/>
                  </a:lnTo>
                  <a:lnTo>
                    <a:pt x="3890200" y="0"/>
                  </a:lnTo>
                  <a:close/>
                </a:path>
                <a:path w="4065904" h="14605">
                  <a:moveTo>
                    <a:pt x="3960164" y="0"/>
                  </a:moveTo>
                  <a:lnTo>
                    <a:pt x="3918191" y="0"/>
                  </a:lnTo>
                  <a:lnTo>
                    <a:pt x="3918191" y="13995"/>
                  </a:lnTo>
                  <a:lnTo>
                    <a:pt x="3960164" y="13995"/>
                  </a:lnTo>
                  <a:lnTo>
                    <a:pt x="3960164" y="0"/>
                  </a:lnTo>
                  <a:close/>
                </a:path>
                <a:path w="4065904" h="14605">
                  <a:moveTo>
                    <a:pt x="4030129" y="0"/>
                  </a:moveTo>
                  <a:lnTo>
                    <a:pt x="3988155" y="0"/>
                  </a:lnTo>
                  <a:lnTo>
                    <a:pt x="3988155" y="13995"/>
                  </a:lnTo>
                  <a:lnTo>
                    <a:pt x="4030129" y="13995"/>
                  </a:lnTo>
                  <a:lnTo>
                    <a:pt x="4030129" y="0"/>
                  </a:lnTo>
                  <a:close/>
                </a:path>
                <a:path w="4065904" h="14605">
                  <a:moveTo>
                    <a:pt x="4065397" y="0"/>
                  </a:moveTo>
                  <a:lnTo>
                    <a:pt x="4058120" y="0"/>
                  </a:lnTo>
                  <a:lnTo>
                    <a:pt x="4058120" y="13995"/>
                  </a:lnTo>
                  <a:lnTo>
                    <a:pt x="4065397" y="13995"/>
                  </a:lnTo>
                  <a:lnTo>
                    <a:pt x="4065397" y="0"/>
                  </a:lnTo>
                  <a:close/>
                </a:path>
              </a:pathLst>
            </a:custGeom>
            <a:solidFill>
              <a:srgbClr val="7B9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081" y="1053410"/>
              <a:ext cx="741656" cy="6716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53921" y="2789034"/>
              <a:ext cx="7588884" cy="1002030"/>
            </a:xfrm>
            <a:custGeom>
              <a:avLst/>
              <a:gdLst/>
              <a:ahLst/>
              <a:cxnLst/>
              <a:rect l="l" t="t" r="r" b="b"/>
              <a:pathLst>
                <a:path w="7588884" h="1002029">
                  <a:moveTo>
                    <a:pt x="267195" y="17500"/>
                  </a:moveTo>
                  <a:lnTo>
                    <a:pt x="0" y="17500"/>
                  </a:lnTo>
                  <a:lnTo>
                    <a:pt x="0" y="67030"/>
                  </a:lnTo>
                  <a:lnTo>
                    <a:pt x="105308" y="67030"/>
                  </a:lnTo>
                  <a:lnTo>
                    <a:pt x="105308" y="360400"/>
                  </a:lnTo>
                  <a:lnTo>
                    <a:pt x="161671" y="360400"/>
                  </a:lnTo>
                  <a:lnTo>
                    <a:pt x="161671" y="67030"/>
                  </a:lnTo>
                  <a:lnTo>
                    <a:pt x="267195" y="67030"/>
                  </a:lnTo>
                  <a:lnTo>
                    <a:pt x="267195" y="17500"/>
                  </a:lnTo>
                  <a:close/>
                </a:path>
                <a:path w="7588884" h="1002029">
                  <a:moveTo>
                    <a:pt x="359244" y="102362"/>
                  </a:moveTo>
                  <a:lnTo>
                    <a:pt x="303771" y="102362"/>
                  </a:lnTo>
                  <a:lnTo>
                    <a:pt x="303771" y="359867"/>
                  </a:lnTo>
                  <a:lnTo>
                    <a:pt x="359244" y="359867"/>
                  </a:lnTo>
                  <a:lnTo>
                    <a:pt x="359244" y="102362"/>
                  </a:lnTo>
                  <a:close/>
                </a:path>
                <a:path w="7588884" h="1002029">
                  <a:moveTo>
                    <a:pt x="363524" y="35928"/>
                  </a:moveTo>
                  <a:lnTo>
                    <a:pt x="360743" y="28663"/>
                  </a:lnTo>
                  <a:lnTo>
                    <a:pt x="355180" y="22656"/>
                  </a:lnTo>
                  <a:lnTo>
                    <a:pt x="349631" y="16573"/>
                  </a:lnTo>
                  <a:lnTo>
                    <a:pt x="341884" y="13525"/>
                  </a:lnTo>
                  <a:lnTo>
                    <a:pt x="321818" y="13525"/>
                  </a:lnTo>
                  <a:lnTo>
                    <a:pt x="314032" y="16573"/>
                  </a:lnTo>
                  <a:lnTo>
                    <a:pt x="303288" y="28663"/>
                  </a:lnTo>
                  <a:lnTo>
                    <a:pt x="300621" y="35928"/>
                  </a:lnTo>
                  <a:lnTo>
                    <a:pt x="300621" y="52603"/>
                  </a:lnTo>
                  <a:lnTo>
                    <a:pt x="303288" y="59715"/>
                  </a:lnTo>
                  <a:lnTo>
                    <a:pt x="308622" y="65722"/>
                  </a:lnTo>
                  <a:lnTo>
                    <a:pt x="314032" y="71666"/>
                  </a:lnTo>
                  <a:lnTo>
                    <a:pt x="321818" y="74625"/>
                  </a:lnTo>
                  <a:lnTo>
                    <a:pt x="341884" y="74625"/>
                  </a:lnTo>
                  <a:lnTo>
                    <a:pt x="349631" y="71666"/>
                  </a:lnTo>
                  <a:lnTo>
                    <a:pt x="360781" y="59715"/>
                  </a:lnTo>
                  <a:lnTo>
                    <a:pt x="363524" y="52603"/>
                  </a:lnTo>
                  <a:lnTo>
                    <a:pt x="363524" y="35928"/>
                  </a:lnTo>
                  <a:close/>
                </a:path>
                <a:path w="7588884" h="1002029">
                  <a:moveTo>
                    <a:pt x="621030" y="199771"/>
                  </a:moveTo>
                  <a:lnTo>
                    <a:pt x="612406" y="157378"/>
                  </a:lnTo>
                  <a:lnTo>
                    <a:pt x="590588" y="125133"/>
                  </a:lnTo>
                  <a:lnTo>
                    <a:pt x="557974" y="104673"/>
                  </a:lnTo>
                  <a:lnTo>
                    <a:pt x="516737" y="97853"/>
                  </a:lnTo>
                  <a:lnTo>
                    <a:pt x="489419" y="100266"/>
                  </a:lnTo>
                  <a:lnTo>
                    <a:pt x="446011" y="119545"/>
                  </a:lnTo>
                  <a:lnTo>
                    <a:pt x="417499" y="156489"/>
                  </a:lnTo>
                  <a:lnTo>
                    <a:pt x="403301" y="201472"/>
                  </a:lnTo>
                  <a:lnTo>
                    <a:pt x="401523" y="226377"/>
                  </a:lnTo>
                  <a:lnTo>
                    <a:pt x="401523" y="235851"/>
                  </a:lnTo>
                  <a:lnTo>
                    <a:pt x="408622" y="284048"/>
                  </a:lnTo>
                  <a:lnTo>
                    <a:pt x="429933" y="325818"/>
                  </a:lnTo>
                  <a:lnTo>
                    <a:pt x="465836" y="354736"/>
                  </a:lnTo>
                  <a:lnTo>
                    <a:pt x="516737" y="364375"/>
                  </a:lnTo>
                  <a:lnTo>
                    <a:pt x="536702" y="362737"/>
                  </a:lnTo>
                  <a:lnTo>
                    <a:pt x="572541" y="349656"/>
                  </a:lnTo>
                  <a:lnTo>
                    <a:pt x="601941" y="324053"/>
                  </a:lnTo>
                  <a:lnTo>
                    <a:pt x="618223" y="289560"/>
                  </a:lnTo>
                  <a:lnTo>
                    <a:pt x="621030" y="269214"/>
                  </a:lnTo>
                  <a:lnTo>
                    <a:pt x="567931" y="269214"/>
                  </a:lnTo>
                  <a:lnTo>
                    <a:pt x="566216" y="280454"/>
                  </a:lnTo>
                  <a:lnTo>
                    <a:pt x="562876" y="290156"/>
                  </a:lnTo>
                  <a:lnTo>
                    <a:pt x="526389" y="315849"/>
                  </a:lnTo>
                  <a:lnTo>
                    <a:pt x="516737" y="316572"/>
                  </a:lnTo>
                  <a:lnTo>
                    <a:pt x="505726" y="315861"/>
                  </a:lnTo>
                  <a:lnTo>
                    <a:pt x="469531" y="291884"/>
                  </a:lnTo>
                  <a:lnTo>
                    <a:pt x="457098" y="245948"/>
                  </a:lnTo>
                  <a:lnTo>
                    <a:pt x="456768" y="235851"/>
                  </a:lnTo>
                  <a:lnTo>
                    <a:pt x="456768" y="226377"/>
                  </a:lnTo>
                  <a:lnTo>
                    <a:pt x="462292" y="187477"/>
                  </a:lnTo>
                  <a:lnTo>
                    <a:pt x="487845" y="152184"/>
                  </a:lnTo>
                  <a:lnTo>
                    <a:pt x="516737" y="145656"/>
                  </a:lnTo>
                  <a:lnTo>
                    <a:pt x="527304" y="146519"/>
                  </a:lnTo>
                  <a:lnTo>
                    <a:pt x="563156" y="176517"/>
                  </a:lnTo>
                  <a:lnTo>
                    <a:pt x="567931" y="199771"/>
                  </a:lnTo>
                  <a:lnTo>
                    <a:pt x="621030" y="199771"/>
                  </a:lnTo>
                  <a:close/>
                </a:path>
                <a:path w="7588884" h="1002029">
                  <a:moveTo>
                    <a:pt x="1008862" y="17500"/>
                  </a:moveTo>
                  <a:lnTo>
                    <a:pt x="741667" y="17500"/>
                  </a:lnTo>
                  <a:lnTo>
                    <a:pt x="741667" y="67030"/>
                  </a:lnTo>
                  <a:lnTo>
                    <a:pt x="846963" y="67030"/>
                  </a:lnTo>
                  <a:lnTo>
                    <a:pt x="846963" y="360400"/>
                  </a:lnTo>
                  <a:lnTo>
                    <a:pt x="903338" y="360400"/>
                  </a:lnTo>
                  <a:lnTo>
                    <a:pt x="903338" y="67030"/>
                  </a:lnTo>
                  <a:lnTo>
                    <a:pt x="1008862" y="67030"/>
                  </a:lnTo>
                  <a:lnTo>
                    <a:pt x="1008862" y="17500"/>
                  </a:lnTo>
                  <a:close/>
                </a:path>
                <a:path w="7588884" h="1002029">
                  <a:moveTo>
                    <a:pt x="1224191" y="348145"/>
                  </a:moveTo>
                  <a:lnTo>
                    <a:pt x="1222298" y="342722"/>
                  </a:lnTo>
                  <a:lnTo>
                    <a:pt x="1220444" y="337426"/>
                  </a:lnTo>
                  <a:lnTo>
                    <a:pt x="1217764" y="325145"/>
                  </a:lnTo>
                  <a:lnTo>
                    <a:pt x="1216507" y="314312"/>
                  </a:lnTo>
                  <a:lnTo>
                    <a:pt x="1216444" y="313677"/>
                  </a:lnTo>
                  <a:lnTo>
                    <a:pt x="1216164" y="311277"/>
                  </a:lnTo>
                  <a:lnTo>
                    <a:pt x="1216063" y="308610"/>
                  </a:lnTo>
                  <a:lnTo>
                    <a:pt x="1215732" y="298970"/>
                  </a:lnTo>
                  <a:lnTo>
                    <a:pt x="1215618" y="241261"/>
                  </a:lnTo>
                  <a:lnTo>
                    <a:pt x="1215580" y="185788"/>
                  </a:lnTo>
                  <a:lnTo>
                    <a:pt x="1213891" y="165481"/>
                  </a:lnTo>
                  <a:lnTo>
                    <a:pt x="1208760" y="147739"/>
                  </a:lnTo>
                  <a:lnTo>
                    <a:pt x="1208659" y="147459"/>
                  </a:lnTo>
                  <a:lnTo>
                    <a:pt x="1207236" y="144983"/>
                  </a:lnTo>
                  <a:lnTo>
                    <a:pt x="1200023" y="132334"/>
                  </a:lnTo>
                  <a:lnTo>
                    <a:pt x="1156665" y="103378"/>
                  </a:lnTo>
                  <a:lnTo>
                    <a:pt x="1118222" y="97853"/>
                  </a:lnTo>
                  <a:lnTo>
                    <a:pt x="1096010" y="99415"/>
                  </a:lnTo>
                  <a:lnTo>
                    <a:pt x="1058418" y="111874"/>
                  </a:lnTo>
                  <a:lnTo>
                    <a:pt x="1021626" y="150368"/>
                  </a:lnTo>
                  <a:lnTo>
                    <a:pt x="1021562" y="150558"/>
                  </a:lnTo>
                  <a:lnTo>
                    <a:pt x="1016279" y="166255"/>
                  </a:lnTo>
                  <a:lnTo>
                    <a:pt x="1016203" y="166966"/>
                  </a:lnTo>
                  <a:lnTo>
                    <a:pt x="1014488" y="183540"/>
                  </a:lnTo>
                  <a:lnTo>
                    <a:pt x="1069733" y="183540"/>
                  </a:lnTo>
                  <a:lnTo>
                    <a:pt x="1070508" y="174688"/>
                  </a:lnTo>
                  <a:lnTo>
                    <a:pt x="1072807" y="166966"/>
                  </a:lnTo>
                  <a:lnTo>
                    <a:pt x="1105636" y="145605"/>
                  </a:lnTo>
                  <a:lnTo>
                    <a:pt x="1115733" y="144983"/>
                  </a:lnTo>
                  <a:lnTo>
                    <a:pt x="1125258" y="145605"/>
                  </a:lnTo>
                  <a:lnTo>
                    <a:pt x="1126020" y="145605"/>
                  </a:lnTo>
                  <a:lnTo>
                    <a:pt x="1157617" y="168935"/>
                  </a:lnTo>
                  <a:lnTo>
                    <a:pt x="1160386" y="185788"/>
                  </a:lnTo>
                  <a:lnTo>
                    <a:pt x="1160386" y="198424"/>
                  </a:lnTo>
                  <a:lnTo>
                    <a:pt x="1160386" y="241261"/>
                  </a:lnTo>
                  <a:lnTo>
                    <a:pt x="1160386" y="283197"/>
                  </a:lnTo>
                  <a:lnTo>
                    <a:pt x="1157122" y="288531"/>
                  </a:lnTo>
                  <a:lnTo>
                    <a:pt x="1123797" y="311785"/>
                  </a:lnTo>
                  <a:lnTo>
                    <a:pt x="1104684" y="314312"/>
                  </a:lnTo>
                  <a:lnTo>
                    <a:pt x="1095121" y="313677"/>
                  </a:lnTo>
                  <a:lnTo>
                    <a:pt x="1065377" y="286626"/>
                  </a:lnTo>
                  <a:lnTo>
                    <a:pt x="1065263" y="285229"/>
                  </a:lnTo>
                  <a:lnTo>
                    <a:pt x="1064780" y="279590"/>
                  </a:lnTo>
                  <a:lnTo>
                    <a:pt x="1068755" y="263283"/>
                  </a:lnTo>
                  <a:lnTo>
                    <a:pt x="1080706" y="251460"/>
                  </a:lnTo>
                  <a:lnTo>
                    <a:pt x="1100607" y="244119"/>
                  </a:lnTo>
                  <a:lnTo>
                    <a:pt x="1128471" y="241261"/>
                  </a:lnTo>
                  <a:lnTo>
                    <a:pt x="1160386" y="241261"/>
                  </a:lnTo>
                  <a:lnTo>
                    <a:pt x="1160386" y="198424"/>
                  </a:lnTo>
                  <a:lnTo>
                    <a:pt x="1125880" y="198424"/>
                  </a:lnTo>
                  <a:lnTo>
                    <a:pt x="1100937" y="199796"/>
                  </a:lnTo>
                  <a:lnTo>
                    <a:pt x="1058659" y="210781"/>
                  </a:lnTo>
                  <a:lnTo>
                    <a:pt x="1027315" y="232702"/>
                  </a:lnTo>
                  <a:lnTo>
                    <a:pt x="1009307" y="285229"/>
                  </a:lnTo>
                  <a:lnTo>
                    <a:pt x="1010843" y="301256"/>
                  </a:lnTo>
                  <a:lnTo>
                    <a:pt x="1033881" y="341490"/>
                  </a:lnTo>
                  <a:lnTo>
                    <a:pt x="1079500" y="362940"/>
                  </a:lnTo>
                  <a:lnTo>
                    <a:pt x="1098600" y="364375"/>
                  </a:lnTo>
                  <a:lnTo>
                    <a:pt x="1110335" y="363778"/>
                  </a:lnTo>
                  <a:lnTo>
                    <a:pt x="1154099" y="348513"/>
                  </a:lnTo>
                  <a:lnTo>
                    <a:pt x="1162862" y="342722"/>
                  </a:lnTo>
                  <a:lnTo>
                    <a:pt x="1163091" y="344982"/>
                  </a:lnTo>
                  <a:lnTo>
                    <a:pt x="1165339" y="350697"/>
                  </a:lnTo>
                  <a:lnTo>
                    <a:pt x="1169631" y="359867"/>
                  </a:lnTo>
                  <a:lnTo>
                    <a:pt x="1224191" y="359867"/>
                  </a:lnTo>
                  <a:lnTo>
                    <a:pt x="1224191" y="348145"/>
                  </a:lnTo>
                  <a:close/>
                </a:path>
                <a:path w="7588884" h="1002029">
                  <a:moveTo>
                    <a:pt x="1477086" y="199771"/>
                  </a:moveTo>
                  <a:lnTo>
                    <a:pt x="1468462" y="157378"/>
                  </a:lnTo>
                  <a:lnTo>
                    <a:pt x="1446644" y="125133"/>
                  </a:lnTo>
                  <a:lnTo>
                    <a:pt x="1414043" y="104673"/>
                  </a:lnTo>
                  <a:lnTo>
                    <a:pt x="1372806" y="97853"/>
                  </a:lnTo>
                  <a:lnTo>
                    <a:pt x="1345476" y="100266"/>
                  </a:lnTo>
                  <a:lnTo>
                    <a:pt x="1302080" y="119545"/>
                  </a:lnTo>
                  <a:lnTo>
                    <a:pt x="1273568" y="156489"/>
                  </a:lnTo>
                  <a:lnTo>
                    <a:pt x="1259357" y="201472"/>
                  </a:lnTo>
                  <a:lnTo>
                    <a:pt x="1257579" y="226377"/>
                  </a:lnTo>
                  <a:lnTo>
                    <a:pt x="1257579" y="235851"/>
                  </a:lnTo>
                  <a:lnTo>
                    <a:pt x="1264691" y="284048"/>
                  </a:lnTo>
                  <a:lnTo>
                    <a:pt x="1285989" y="325818"/>
                  </a:lnTo>
                  <a:lnTo>
                    <a:pt x="1321904" y="354736"/>
                  </a:lnTo>
                  <a:lnTo>
                    <a:pt x="1372806" y="364375"/>
                  </a:lnTo>
                  <a:lnTo>
                    <a:pt x="1392758" y="362737"/>
                  </a:lnTo>
                  <a:lnTo>
                    <a:pt x="1428610" y="349656"/>
                  </a:lnTo>
                  <a:lnTo>
                    <a:pt x="1457998" y="324053"/>
                  </a:lnTo>
                  <a:lnTo>
                    <a:pt x="1474292" y="289560"/>
                  </a:lnTo>
                  <a:lnTo>
                    <a:pt x="1477086" y="269214"/>
                  </a:lnTo>
                  <a:lnTo>
                    <a:pt x="1423987" y="269214"/>
                  </a:lnTo>
                  <a:lnTo>
                    <a:pt x="1422273" y="280454"/>
                  </a:lnTo>
                  <a:lnTo>
                    <a:pt x="1418945" y="290156"/>
                  </a:lnTo>
                  <a:lnTo>
                    <a:pt x="1382445" y="315849"/>
                  </a:lnTo>
                  <a:lnTo>
                    <a:pt x="1372806" y="316572"/>
                  </a:lnTo>
                  <a:lnTo>
                    <a:pt x="1361795" y="315861"/>
                  </a:lnTo>
                  <a:lnTo>
                    <a:pt x="1325600" y="291884"/>
                  </a:lnTo>
                  <a:lnTo>
                    <a:pt x="1313167" y="245948"/>
                  </a:lnTo>
                  <a:lnTo>
                    <a:pt x="1312824" y="235851"/>
                  </a:lnTo>
                  <a:lnTo>
                    <a:pt x="1312824" y="226377"/>
                  </a:lnTo>
                  <a:lnTo>
                    <a:pt x="1318348" y="187477"/>
                  </a:lnTo>
                  <a:lnTo>
                    <a:pt x="1343914" y="152184"/>
                  </a:lnTo>
                  <a:lnTo>
                    <a:pt x="1372806" y="145656"/>
                  </a:lnTo>
                  <a:lnTo>
                    <a:pt x="1383372" y="146519"/>
                  </a:lnTo>
                  <a:lnTo>
                    <a:pt x="1419225" y="176517"/>
                  </a:lnTo>
                  <a:lnTo>
                    <a:pt x="1423987" y="199771"/>
                  </a:lnTo>
                  <a:lnTo>
                    <a:pt x="1477086" y="199771"/>
                  </a:lnTo>
                  <a:close/>
                </a:path>
                <a:path w="7588884" h="1002029">
                  <a:moveTo>
                    <a:pt x="1864918" y="17500"/>
                  </a:moveTo>
                  <a:lnTo>
                    <a:pt x="1597723" y="17500"/>
                  </a:lnTo>
                  <a:lnTo>
                    <a:pt x="1597723" y="67030"/>
                  </a:lnTo>
                  <a:lnTo>
                    <a:pt x="1703031" y="67030"/>
                  </a:lnTo>
                  <a:lnTo>
                    <a:pt x="1703031" y="360400"/>
                  </a:lnTo>
                  <a:lnTo>
                    <a:pt x="1759394" y="360400"/>
                  </a:lnTo>
                  <a:lnTo>
                    <a:pt x="1759394" y="67030"/>
                  </a:lnTo>
                  <a:lnTo>
                    <a:pt x="1864918" y="67030"/>
                  </a:lnTo>
                  <a:lnTo>
                    <a:pt x="1864918" y="17500"/>
                  </a:lnTo>
                  <a:close/>
                </a:path>
                <a:path w="7588884" h="1002029">
                  <a:moveTo>
                    <a:pt x="2100338" y="226377"/>
                  </a:moveTo>
                  <a:lnTo>
                    <a:pt x="2091944" y="176212"/>
                  </a:lnTo>
                  <a:lnTo>
                    <a:pt x="2068093" y="134835"/>
                  </a:lnTo>
                  <a:lnTo>
                    <a:pt x="2044865" y="115189"/>
                  </a:lnTo>
                  <a:lnTo>
                    <a:pt x="2044865" y="228638"/>
                  </a:lnTo>
                  <a:lnTo>
                    <a:pt x="2044865" y="234492"/>
                  </a:lnTo>
                  <a:lnTo>
                    <a:pt x="2035784" y="280073"/>
                  </a:lnTo>
                  <a:lnTo>
                    <a:pt x="2009533" y="310515"/>
                  </a:lnTo>
                  <a:lnTo>
                    <a:pt x="1996998" y="315061"/>
                  </a:lnTo>
                  <a:lnTo>
                    <a:pt x="1997138" y="315061"/>
                  </a:lnTo>
                  <a:lnTo>
                    <a:pt x="1982635" y="316572"/>
                  </a:lnTo>
                  <a:lnTo>
                    <a:pt x="1967992" y="315061"/>
                  </a:lnTo>
                  <a:lnTo>
                    <a:pt x="1955266" y="310515"/>
                  </a:lnTo>
                  <a:lnTo>
                    <a:pt x="1928774" y="279590"/>
                  </a:lnTo>
                  <a:lnTo>
                    <a:pt x="1919998" y="234492"/>
                  </a:lnTo>
                  <a:lnTo>
                    <a:pt x="1919947" y="228638"/>
                  </a:lnTo>
                  <a:lnTo>
                    <a:pt x="1920938" y="212305"/>
                  </a:lnTo>
                  <a:lnTo>
                    <a:pt x="1935619" y="170230"/>
                  </a:lnTo>
                  <a:lnTo>
                    <a:pt x="1967738" y="147193"/>
                  </a:lnTo>
                  <a:lnTo>
                    <a:pt x="1982190" y="145656"/>
                  </a:lnTo>
                  <a:lnTo>
                    <a:pt x="1996732" y="147193"/>
                  </a:lnTo>
                  <a:lnTo>
                    <a:pt x="2028977" y="170230"/>
                  </a:lnTo>
                  <a:lnTo>
                    <a:pt x="2043874" y="212305"/>
                  </a:lnTo>
                  <a:lnTo>
                    <a:pt x="2044865" y="228638"/>
                  </a:lnTo>
                  <a:lnTo>
                    <a:pt x="2044865" y="115189"/>
                  </a:lnTo>
                  <a:lnTo>
                    <a:pt x="2030831" y="107099"/>
                  </a:lnTo>
                  <a:lnTo>
                    <a:pt x="2007933" y="100164"/>
                  </a:lnTo>
                  <a:lnTo>
                    <a:pt x="1982190" y="97853"/>
                  </a:lnTo>
                  <a:lnTo>
                    <a:pt x="1956904" y="100164"/>
                  </a:lnTo>
                  <a:lnTo>
                    <a:pt x="1956574" y="100164"/>
                  </a:lnTo>
                  <a:lnTo>
                    <a:pt x="1913483" y="119037"/>
                  </a:lnTo>
                  <a:lnTo>
                    <a:pt x="1882470" y="155448"/>
                  </a:lnTo>
                  <a:lnTo>
                    <a:pt x="1866684" y="202018"/>
                  </a:lnTo>
                  <a:lnTo>
                    <a:pt x="1864715" y="228638"/>
                  </a:lnTo>
                  <a:lnTo>
                    <a:pt x="1864766" y="234492"/>
                  </a:lnTo>
                  <a:lnTo>
                    <a:pt x="1872627" y="284810"/>
                  </a:lnTo>
                  <a:lnTo>
                    <a:pt x="1896389" y="326834"/>
                  </a:lnTo>
                  <a:lnTo>
                    <a:pt x="1933790" y="354990"/>
                  </a:lnTo>
                  <a:lnTo>
                    <a:pt x="1982635" y="364375"/>
                  </a:lnTo>
                  <a:lnTo>
                    <a:pt x="2008390" y="362026"/>
                  </a:lnTo>
                  <a:lnTo>
                    <a:pt x="2031314" y="354990"/>
                  </a:lnTo>
                  <a:lnTo>
                    <a:pt x="2051405" y="343255"/>
                  </a:lnTo>
                  <a:lnTo>
                    <a:pt x="2068652" y="326834"/>
                  </a:lnTo>
                  <a:lnTo>
                    <a:pt x="2075802" y="316572"/>
                  </a:lnTo>
                  <a:lnTo>
                    <a:pt x="2082520" y="306933"/>
                  </a:lnTo>
                  <a:lnTo>
                    <a:pt x="2092413" y="284810"/>
                  </a:lnTo>
                  <a:lnTo>
                    <a:pt x="2098357" y="260438"/>
                  </a:lnTo>
                  <a:lnTo>
                    <a:pt x="2100287" y="234492"/>
                  </a:lnTo>
                  <a:lnTo>
                    <a:pt x="2100338" y="226377"/>
                  </a:lnTo>
                  <a:close/>
                </a:path>
                <a:path w="7588884" h="1002029">
                  <a:moveTo>
                    <a:pt x="2351328" y="224129"/>
                  </a:moveTo>
                  <a:lnTo>
                    <a:pt x="2350185" y="205854"/>
                  </a:lnTo>
                  <a:lnTo>
                    <a:pt x="2296096" y="205854"/>
                  </a:lnTo>
                  <a:lnTo>
                    <a:pt x="2296045" y="205511"/>
                  </a:lnTo>
                  <a:lnTo>
                    <a:pt x="2188540" y="202031"/>
                  </a:lnTo>
                  <a:lnTo>
                    <a:pt x="2190826" y="190512"/>
                  </a:lnTo>
                  <a:lnTo>
                    <a:pt x="2194649" y="179984"/>
                  </a:lnTo>
                  <a:lnTo>
                    <a:pt x="2223960" y="149720"/>
                  </a:lnTo>
                  <a:lnTo>
                    <a:pt x="2244229" y="145656"/>
                  </a:lnTo>
                  <a:lnTo>
                    <a:pt x="2257247" y="146837"/>
                  </a:lnTo>
                  <a:lnTo>
                    <a:pt x="2288438" y="174129"/>
                  </a:lnTo>
                  <a:lnTo>
                    <a:pt x="2296045" y="205511"/>
                  </a:lnTo>
                  <a:lnTo>
                    <a:pt x="2301595" y="205511"/>
                  </a:lnTo>
                  <a:lnTo>
                    <a:pt x="2350160" y="205511"/>
                  </a:lnTo>
                  <a:lnTo>
                    <a:pt x="2336876" y="153644"/>
                  </a:lnTo>
                  <a:lnTo>
                    <a:pt x="2310942" y="118402"/>
                  </a:lnTo>
                  <a:lnTo>
                    <a:pt x="2270239" y="100139"/>
                  </a:lnTo>
                  <a:lnTo>
                    <a:pt x="2244229" y="97853"/>
                  </a:lnTo>
                  <a:lnTo>
                    <a:pt x="2229739" y="98844"/>
                  </a:lnTo>
                  <a:lnTo>
                    <a:pt x="2188870" y="113639"/>
                  </a:lnTo>
                  <a:lnTo>
                    <a:pt x="2155494" y="145008"/>
                  </a:lnTo>
                  <a:lnTo>
                    <a:pt x="2134819" y="191592"/>
                  </a:lnTo>
                  <a:lnTo>
                    <a:pt x="2130818" y="230212"/>
                  </a:lnTo>
                  <a:lnTo>
                    <a:pt x="2130818" y="239687"/>
                  </a:lnTo>
                  <a:lnTo>
                    <a:pt x="2138934" y="289179"/>
                  </a:lnTo>
                  <a:lnTo>
                    <a:pt x="2163280" y="329196"/>
                  </a:lnTo>
                  <a:lnTo>
                    <a:pt x="2201100" y="355574"/>
                  </a:lnTo>
                  <a:lnTo>
                    <a:pt x="2249640" y="364375"/>
                  </a:lnTo>
                  <a:lnTo>
                    <a:pt x="2267762" y="363410"/>
                  </a:lnTo>
                  <a:lnTo>
                    <a:pt x="2310968" y="348932"/>
                  </a:lnTo>
                  <a:lnTo>
                    <a:pt x="2341918" y="320649"/>
                  </a:lnTo>
                  <a:lnTo>
                    <a:pt x="2350427" y="309016"/>
                  </a:lnTo>
                  <a:lnTo>
                    <a:pt x="2314918" y="280835"/>
                  </a:lnTo>
                  <a:lnTo>
                    <a:pt x="2307539" y="289877"/>
                  </a:lnTo>
                  <a:lnTo>
                    <a:pt x="2300262" y="297522"/>
                  </a:lnTo>
                  <a:lnTo>
                    <a:pt x="2261641" y="316280"/>
                  </a:lnTo>
                  <a:lnTo>
                    <a:pt x="2251900" y="316801"/>
                  </a:lnTo>
                  <a:lnTo>
                    <a:pt x="2237638" y="315455"/>
                  </a:lnTo>
                  <a:lnTo>
                    <a:pt x="2204428" y="295376"/>
                  </a:lnTo>
                  <a:lnTo>
                    <a:pt x="2186508" y="249605"/>
                  </a:lnTo>
                  <a:lnTo>
                    <a:pt x="2351328" y="249605"/>
                  </a:lnTo>
                  <a:lnTo>
                    <a:pt x="2351328" y="224129"/>
                  </a:lnTo>
                  <a:close/>
                </a:path>
                <a:path w="7588884" h="1002029">
                  <a:moveTo>
                    <a:pt x="2768943" y="127622"/>
                  </a:moveTo>
                  <a:lnTo>
                    <a:pt x="2755354" y="79756"/>
                  </a:lnTo>
                  <a:lnTo>
                    <a:pt x="2730157" y="43738"/>
                  </a:lnTo>
                  <a:lnTo>
                    <a:pt x="2692133" y="21082"/>
                  </a:lnTo>
                  <a:lnTo>
                    <a:pt x="2640076" y="13525"/>
                  </a:lnTo>
                  <a:lnTo>
                    <a:pt x="2608630" y="16243"/>
                  </a:lnTo>
                  <a:lnTo>
                    <a:pt x="2557221" y="37934"/>
                  </a:lnTo>
                  <a:lnTo>
                    <a:pt x="2521470" y="80657"/>
                  </a:lnTo>
                  <a:lnTo>
                    <a:pt x="2503436" y="140233"/>
                  </a:lnTo>
                  <a:lnTo>
                    <a:pt x="2501188" y="176098"/>
                  </a:lnTo>
                  <a:lnTo>
                    <a:pt x="2501188" y="201574"/>
                  </a:lnTo>
                  <a:lnTo>
                    <a:pt x="2511298" y="269697"/>
                  </a:lnTo>
                  <a:lnTo>
                    <a:pt x="2541651" y="321195"/>
                  </a:lnTo>
                  <a:lnTo>
                    <a:pt x="2587739" y="353580"/>
                  </a:lnTo>
                  <a:lnTo>
                    <a:pt x="2645041" y="364375"/>
                  </a:lnTo>
                  <a:lnTo>
                    <a:pt x="2671699" y="363245"/>
                  </a:lnTo>
                  <a:lnTo>
                    <a:pt x="2713863" y="354228"/>
                  </a:lnTo>
                  <a:lnTo>
                    <a:pt x="2752712" y="328714"/>
                  </a:lnTo>
                  <a:lnTo>
                    <a:pt x="2767927" y="182854"/>
                  </a:lnTo>
                  <a:lnTo>
                    <a:pt x="2635123" y="182854"/>
                  </a:lnTo>
                  <a:lnTo>
                    <a:pt x="2635123" y="231559"/>
                  </a:lnTo>
                  <a:lnTo>
                    <a:pt x="2711107" y="231559"/>
                  </a:lnTo>
                  <a:lnTo>
                    <a:pt x="2711107" y="295719"/>
                  </a:lnTo>
                  <a:lnTo>
                    <a:pt x="2673756" y="313550"/>
                  </a:lnTo>
                  <a:lnTo>
                    <a:pt x="2645270" y="315442"/>
                  </a:lnTo>
                  <a:lnTo>
                    <a:pt x="2626753" y="313588"/>
                  </a:lnTo>
                  <a:lnTo>
                    <a:pt x="2582354" y="285788"/>
                  </a:lnTo>
                  <a:lnTo>
                    <a:pt x="2564434" y="249859"/>
                  </a:lnTo>
                  <a:lnTo>
                    <a:pt x="2558453" y="201574"/>
                  </a:lnTo>
                  <a:lnTo>
                    <a:pt x="2558453" y="174523"/>
                  </a:lnTo>
                  <a:lnTo>
                    <a:pt x="2563584" y="127558"/>
                  </a:lnTo>
                  <a:lnTo>
                    <a:pt x="2578519" y="92214"/>
                  </a:lnTo>
                  <a:lnTo>
                    <a:pt x="2620594" y="64528"/>
                  </a:lnTo>
                  <a:lnTo>
                    <a:pt x="2640076" y="62674"/>
                  </a:lnTo>
                  <a:lnTo>
                    <a:pt x="2656268" y="63766"/>
                  </a:lnTo>
                  <a:lnTo>
                    <a:pt x="2690812" y="80035"/>
                  </a:lnTo>
                  <a:lnTo>
                    <a:pt x="2711894" y="127622"/>
                  </a:lnTo>
                  <a:lnTo>
                    <a:pt x="2768943" y="127622"/>
                  </a:lnTo>
                  <a:close/>
                </a:path>
                <a:path w="7588884" h="1002029">
                  <a:moveTo>
                    <a:pt x="3020987" y="348145"/>
                  </a:moveTo>
                  <a:lnTo>
                    <a:pt x="3019094" y="342722"/>
                  </a:lnTo>
                  <a:lnTo>
                    <a:pt x="3017240" y="337426"/>
                  </a:lnTo>
                  <a:lnTo>
                    <a:pt x="3014561" y="325145"/>
                  </a:lnTo>
                  <a:lnTo>
                    <a:pt x="3013316" y="314312"/>
                  </a:lnTo>
                  <a:lnTo>
                    <a:pt x="3013240" y="313677"/>
                  </a:lnTo>
                  <a:lnTo>
                    <a:pt x="3012960" y="311277"/>
                  </a:lnTo>
                  <a:lnTo>
                    <a:pt x="3012871" y="308610"/>
                  </a:lnTo>
                  <a:lnTo>
                    <a:pt x="3012529" y="298970"/>
                  </a:lnTo>
                  <a:lnTo>
                    <a:pt x="3012427" y="241261"/>
                  </a:lnTo>
                  <a:lnTo>
                    <a:pt x="3012389" y="185788"/>
                  </a:lnTo>
                  <a:lnTo>
                    <a:pt x="3005556" y="147739"/>
                  </a:lnTo>
                  <a:lnTo>
                    <a:pt x="2969984" y="110286"/>
                  </a:lnTo>
                  <a:lnTo>
                    <a:pt x="2915018" y="97853"/>
                  </a:lnTo>
                  <a:lnTo>
                    <a:pt x="2892818" y="99415"/>
                  </a:lnTo>
                  <a:lnTo>
                    <a:pt x="2855214" y="111874"/>
                  </a:lnTo>
                  <a:lnTo>
                    <a:pt x="2818422" y="150368"/>
                  </a:lnTo>
                  <a:lnTo>
                    <a:pt x="2818358" y="150558"/>
                  </a:lnTo>
                  <a:lnTo>
                    <a:pt x="2813075" y="166255"/>
                  </a:lnTo>
                  <a:lnTo>
                    <a:pt x="2812999" y="166966"/>
                  </a:lnTo>
                  <a:lnTo>
                    <a:pt x="2811297" y="183540"/>
                  </a:lnTo>
                  <a:lnTo>
                    <a:pt x="2866542" y="183540"/>
                  </a:lnTo>
                  <a:lnTo>
                    <a:pt x="2867304" y="174688"/>
                  </a:lnTo>
                  <a:lnTo>
                    <a:pt x="2869615" y="166966"/>
                  </a:lnTo>
                  <a:lnTo>
                    <a:pt x="2902445" y="145605"/>
                  </a:lnTo>
                  <a:lnTo>
                    <a:pt x="2912541" y="144983"/>
                  </a:lnTo>
                  <a:lnTo>
                    <a:pt x="2922054" y="145605"/>
                  </a:lnTo>
                  <a:lnTo>
                    <a:pt x="2922828" y="145605"/>
                  </a:lnTo>
                  <a:lnTo>
                    <a:pt x="2954413" y="168935"/>
                  </a:lnTo>
                  <a:lnTo>
                    <a:pt x="2957182" y="185788"/>
                  </a:lnTo>
                  <a:lnTo>
                    <a:pt x="2957182" y="198424"/>
                  </a:lnTo>
                  <a:lnTo>
                    <a:pt x="2957182" y="241261"/>
                  </a:lnTo>
                  <a:lnTo>
                    <a:pt x="2957182" y="283197"/>
                  </a:lnTo>
                  <a:lnTo>
                    <a:pt x="2953931" y="288531"/>
                  </a:lnTo>
                  <a:lnTo>
                    <a:pt x="2920593" y="311785"/>
                  </a:lnTo>
                  <a:lnTo>
                    <a:pt x="2901492" y="314312"/>
                  </a:lnTo>
                  <a:lnTo>
                    <a:pt x="2891917" y="313677"/>
                  </a:lnTo>
                  <a:lnTo>
                    <a:pt x="2862186" y="286626"/>
                  </a:lnTo>
                  <a:lnTo>
                    <a:pt x="2861576" y="279590"/>
                  </a:lnTo>
                  <a:lnTo>
                    <a:pt x="2865564" y="263283"/>
                  </a:lnTo>
                  <a:lnTo>
                    <a:pt x="2877502" y="251460"/>
                  </a:lnTo>
                  <a:lnTo>
                    <a:pt x="2897403" y="244119"/>
                  </a:lnTo>
                  <a:lnTo>
                    <a:pt x="2925280" y="241261"/>
                  </a:lnTo>
                  <a:lnTo>
                    <a:pt x="2957182" y="241261"/>
                  </a:lnTo>
                  <a:lnTo>
                    <a:pt x="2957182" y="198424"/>
                  </a:lnTo>
                  <a:lnTo>
                    <a:pt x="2922689" y="198424"/>
                  </a:lnTo>
                  <a:lnTo>
                    <a:pt x="2897733" y="199796"/>
                  </a:lnTo>
                  <a:lnTo>
                    <a:pt x="2855455" y="210781"/>
                  </a:lnTo>
                  <a:lnTo>
                    <a:pt x="2824124" y="232702"/>
                  </a:lnTo>
                  <a:lnTo>
                    <a:pt x="2806103" y="285229"/>
                  </a:lnTo>
                  <a:lnTo>
                    <a:pt x="2807639" y="301256"/>
                  </a:lnTo>
                  <a:lnTo>
                    <a:pt x="2830690" y="341490"/>
                  </a:lnTo>
                  <a:lnTo>
                    <a:pt x="2876308" y="362940"/>
                  </a:lnTo>
                  <a:lnTo>
                    <a:pt x="2895396" y="364375"/>
                  </a:lnTo>
                  <a:lnTo>
                    <a:pt x="2907131" y="363778"/>
                  </a:lnTo>
                  <a:lnTo>
                    <a:pt x="2950908" y="348513"/>
                  </a:lnTo>
                  <a:lnTo>
                    <a:pt x="2959658" y="342722"/>
                  </a:lnTo>
                  <a:lnTo>
                    <a:pt x="2959887" y="344982"/>
                  </a:lnTo>
                  <a:lnTo>
                    <a:pt x="2962148" y="350697"/>
                  </a:lnTo>
                  <a:lnTo>
                    <a:pt x="2966428" y="359867"/>
                  </a:lnTo>
                  <a:lnTo>
                    <a:pt x="3020987" y="359867"/>
                  </a:lnTo>
                  <a:lnTo>
                    <a:pt x="3020987" y="348145"/>
                  </a:lnTo>
                  <a:close/>
                </a:path>
                <a:path w="7588884" h="1002029">
                  <a:moveTo>
                    <a:pt x="3085401" y="905611"/>
                  </a:moveTo>
                  <a:lnTo>
                    <a:pt x="3052534" y="819708"/>
                  </a:lnTo>
                  <a:lnTo>
                    <a:pt x="3033725" y="770547"/>
                  </a:lnTo>
                  <a:lnTo>
                    <a:pt x="2985325" y="644055"/>
                  </a:lnTo>
                  <a:lnTo>
                    <a:pt x="2977057" y="622452"/>
                  </a:lnTo>
                  <a:lnTo>
                    <a:pt x="2977057" y="770547"/>
                  </a:lnTo>
                  <a:lnTo>
                    <a:pt x="2885059" y="770547"/>
                  </a:lnTo>
                  <a:lnTo>
                    <a:pt x="2931058" y="644055"/>
                  </a:lnTo>
                  <a:lnTo>
                    <a:pt x="2977057" y="770547"/>
                  </a:lnTo>
                  <a:lnTo>
                    <a:pt x="2977057" y="622452"/>
                  </a:lnTo>
                  <a:lnTo>
                    <a:pt x="2954617" y="563778"/>
                  </a:lnTo>
                  <a:lnTo>
                    <a:pt x="2907271" y="563778"/>
                  </a:lnTo>
                  <a:lnTo>
                    <a:pt x="2776931" y="905611"/>
                  </a:lnTo>
                  <a:lnTo>
                    <a:pt x="2835897" y="905611"/>
                  </a:lnTo>
                  <a:lnTo>
                    <a:pt x="2867012" y="819708"/>
                  </a:lnTo>
                  <a:lnTo>
                    <a:pt x="2994863" y="819708"/>
                  </a:lnTo>
                  <a:lnTo>
                    <a:pt x="3026206" y="905611"/>
                  </a:lnTo>
                  <a:lnTo>
                    <a:pt x="3085401" y="905611"/>
                  </a:lnTo>
                  <a:close/>
                </a:path>
                <a:path w="7588884" h="1002029">
                  <a:moveTo>
                    <a:pt x="3171939" y="545744"/>
                  </a:moveTo>
                  <a:lnTo>
                    <a:pt x="3116478" y="545744"/>
                  </a:lnTo>
                  <a:lnTo>
                    <a:pt x="3116478" y="905611"/>
                  </a:lnTo>
                  <a:lnTo>
                    <a:pt x="3171939" y="905611"/>
                  </a:lnTo>
                  <a:lnTo>
                    <a:pt x="3171939" y="545744"/>
                  </a:lnTo>
                  <a:close/>
                </a:path>
                <a:path w="7588884" h="1002029">
                  <a:moveTo>
                    <a:pt x="3420567" y="192786"/>
                  </a:moveTo>
                  <a:lnTo>
                    <a:pt x="3414738" y="150279"/>
                  </a:lnTo>
                  <a:lnTo>
                    <a:pt x="3384435" y="110794"/>
                  </a:lnTo>
                  <a:lnTo>
                    <a:pt x="3331946" y="97853"/>
                  </a:lnTo>
                  <a:lnTo>
                    <a:pt x="3318306" y="98577"/>
                  </a:lnTo>
                  <a:lnTo>
                    <a:pt x="3273272" y="115125"/>
                  </a:lnTo>
                  <a:lnTo>
                    <a:pt x="3255518" y="130327"/>
                  </a:lnTo>
                  <a:lnTo>
                    <a:pt x="3251733" y="124460"/>
                  </a:lnTo>
                  <a:lnTo>
                    <a:pt x="3219234" y="103619"/>
                  </a:lnTo>
                  <a:lnTo>
                    <a:pt x="3184487" y="97853"/>
                  </a:lnTo>
                  <a:lnTo>
                    <a:pt x="3162008" y="99123"/>
                  </a:lnTo>
                  <a:lnTo>
                    <a:pt x="3143478" y="102933"/>
                  </a:lnTo>
                  <a:lnTo>
                    <a:pt x="3128911" y="109270"/>
                  </a:lnTo>
                  <a:lnTo>
                    <a:pt x="3118307" y="118148"/>
                  </a:lnTo>
                  <a:lnTo>
                    <a:pt x="3117748" y="102362"/>
                  </a:lnTo>
                  <a:lnTo>
                    <a:pt x="3064751" y="102362"/>
                  </a:lnTo>
                  <a:lnTo>
                    <a:pt x="3064751" y="359867"/>
                  </a:lnTo>
                  <a:lnTo>
                    <a:pt x="3120225" y="359867"/>
                  </a:lnTo>
                  <a:lnTo>
                    <a:pt x="3120225" y="175755"/>
                  </a:lnTo>
                  <a:lnTo>
                    <a:pt x="3128086" y="162979"/>
                  </a:lnTo>
                  <a:lnTo>
                    <a:pt x="3138944" y="153860"/>
                  </a:lnTo>
                  <a:lnTo>
                    <a:pt x="3152775" y="148386"/>
                  </a:lnTo>
                  <a:lnTo>
                    <a:pt x="3169602" y="146558"/>
                  </a:lnTo>
                  <a:lnTo>
                    <a:pt x="3179635" y="147205"/>
                  </a:lnTo>
                  <a:lnTo>
                    <a:pt x="3211906" y="170878"/>
                  </a:lnTo>
                  <a:lnTo>
                    <a:pt x="3214928" y="192557"/>
                  </a:lnTo>
                  <a:lnTo>
                    <a:pt x="3214928" y="359867"/>
                  </a:lnTo>
                  <a:lnTo>
                    <a:pt x="3270173" y="359867"/>
                  </a:lnTo>
                  <a:lnTo>
                    <a:pt x="3270173" y="191541"/>
                  </a:lnTo>
                  <a:lnTo>
                    <a:pt x="3271850" y="182537"/>
                  </a:lnTo>
                  <a:lnTo>
                    <a:pt x="3299879" y="149860"/>
                  </a:lnTo>
                  <a:lnTo>
                    <a:pt x="3319780" y="146558"/>
                  </a:lnTo>
                  <a:lnTo>
                    <a:pt x="3329940" y="147142"/>
                  </a:lnTo>
                  <a:lnTo>
                    <a:pt x="3362109" y="169506"/>
                  </a:lnTo>
                  <a:lnTo>
                    <a:pt x="3365093" y="192328"/>
                  </a:lnTo>
                  <a:lnTo>
                    <a:pt x="3365093" y="359867"/>
                  </a:lnTo>
                  <a:lnTo>
                    <a:pt x="3420567" y="359867"/>
                  </a:lnTo>
                  <a:lnTo>
                    <a:pt x="3420567" y="192786"/>
                  </a:lnTo>
                  <a:close/>
                </a:path>
                <a:path w="7588884" h="1002029">
                  <a:moveTo>
                    <a:pt x="3434511" y="648106"/>
                  </a:moveTo>
                  <a:lnTo>
                    <a:pt x="3383559" y="648106"/>
                  </a:lnTo>
                  <a:lnTo>
                    <a:pt x="3383508" y="648703"/>
                  </a:lnTo>
                  <a:lnTo>
                    <a:pt x="3382429" y="664006"/>
                  </a:lnTo>
                  <a:lnTo>
                    <a:pt x="3379266" y="661212"/>
                  </a:lnTo>
                  <a:lnTo>
                    <a:pt x="3379266" y="722401"/>
                  </a:lnTo>
                  <a:lnTo>
                    <a:pt x="3379266" y="830300"/>
                  </a:lnTo>
                  <a:lnTo>
                    <a:pt x="3370097" y="843813"/>
                  </a:lnTo>
                  <a:lnTo>
                    <a:pt x="3358464" y="853465"/>
                  </a:lnTo>
                  <a:lnTo>
                    <a:pt x="3344392" y="859256"/>
                  </a:lnTo>
                  <a:lnTo>
                    <a:pt x="3327857" y="861187"/>
                  </a:lnTo>
                  <a:lnTo>
                    <a:pt x="3313874" y="859713"/>
                  </a:lnTo>
                  <a:lnTo>
                    <a:pt x="3278098" y="825169"/>
                  </a:lnTo>
                  <a:lnTo>
                    <a:pt x="3270364" y="779564"/>
                  </a:lnTo>
                  <a:lnTo>
                    <a:pt x="3270364" y="774827"/>
                  </a:lnTo>
                  <a:lnTo>
                    <a:pt x="3278162" y="728980"/>
                  </a:lnTo>
                  <a:lnTo>
                    <a:pt x="3302241" y="698309"/>
                  </a:lnTo>
                  <a:lnTo>
                    <a:pt x="3328314" y="692302"/>
                  </a:lnTo>
                  <a:lnTo>
                    <a:pt x="3337712" y="692861"/>
                  </a:lnTo>
                  <a:lnTo>
                    <a:pt x="3371354" y="710958"/>
                  </a:lnTo>
                  <a:lnTo>
                    <a:pt x="3379266" y="722401"/>
                  </a:lnTo>
                  <a:lnTo>
                    <a:pt x="3379266" y="661212"/>
                  </a:lnTo>
                  <a:lnTo>
                    <a:pt x="3372358" y="655078"/>
                  </a:lnTo>
                  <a:lnTo>
                    <a:pt x="3358299" y="648703"/>
                  </a:lnTo>
                  <a:lnTo>
                    <a:pt x="3340227" y="644880"/>
                  </a:lnTo>
                  <a:lnTo>
                    <a:pt x="3318167" y="643597"/>
                  </a:lnTo>
                  <a:lnTo>
                    <a:pt x="3295434" y="645883"/>
                  </a:lnTo>
                  <a:lnTo>
                    <a:pt x="3257664" y="664146"/>
                  </a:lnTo>
                  <a:lnTo>
                    <a:pt x="3230588" y="699744"/>
                  </a:lnTo>
                  <a:lnTo>
                    <a:pt x="3221926" y="722401"/>
                  </a:lnTo>
                  <a:lnTo>
                    <a:pt x="3216833" y="747102"/>
                  </a:lnTo>
                  <a:lnTo>
                    <a:pt x="3215119" y="774827"/>
                  </a:lnTo>
                  <a:lnTo>
                    <a:pt x="3215119" y="779564"/>
                  </a:lnTo>
                  <a:lnTo>
                    <a:pt x="3222028" y="830694"/>
                  </a:lnTo>
                  <a:lnTo>
                    <a:pt x="3242741" y="872693"/>
                  </a:lnTo>
                  <a:lnTo>
                    <a:pt x="3275292" y="900760"/>
                  </a:lnTo>
                  <a:lnTo>
                    <a:pt x="3317710" y="910120"/>
                  </a:lnTo>
                  <a:lnTo>
                    <a:pt x="3339058" y="909027"/>
                  </a:lnTo>
                  <a:lnTo>
                    <a:pt x="3356445" y="905751"/>
                  </a:lnTo>
                  <a:lnTo>
                    <a:pt x="3369843" y="900290"/>
                  </a:lnTo>
                  <a:lnTo>
                    <a:pt x="3379266" y="892644"/>
                  </a:lnTo>
                  <a:lnTo>
                    <a:pt x="3379266" y="895692"/>
                  </a:lnTo>
                  <a:lnTo>
                    <a:pt x="3363811" y="939317"/>
                  </a:lnTo>
                  <a:lnTo>
                    <a:pt x="3321316" y="954087"/>
                  </a:lnTo>
                  <a:lnTo>
                    <a:pt x="3304057" y="951801"/>
                  </a:lnTo>
                  <a:lnTo>
                    <a:pt x="3287445" y="944930"/>
                  </a:lnTo>
                  <a:lnTo>
                    <a:pt x="3271469" y="933475"/>
                  </a:lnTo>
                  <a:lnTo>
                    <a:pt x="3256153" y="917448"/>
                  </a:lnTo>
                  <a:lnTo>
                    <a:pt x="3225495" y="952169"/>
                  </a:lnTo>
                  <a:lnTo>
                    <a:pt x="3261233" y="985913"/>
                  </a:lnTo>
                  <a:lnTo>
                    <a:pt x="3302152" y="999439"/>
                  </a:lnTo>
                  <a:lnTo>
                    <a:pt x="3324479" y="1001890"/>
                  </a:lnTo>
                  <a:lnTo>
                    <a:pt x="3347466" y="1000112"/>
                  </a:lnTo>
                  <a:lnTo>
                    <a:pt x="3386988" y="985913"/>
                  </a:lnTo>
                  <a:lnTo>
                    <a:pt x="3417074" y="957834"/>
                  </a:lnTo>
                  <a:lnTo>
                    <a:pt x="3419030" y="954087"/>
                  </a:lnTo>
                  <a:lnTo>
                    <a:pt x="3426764" y="939317"/>
                  </a:lnTo>
                  <a:lnTo>
                    <a:pt x="3432568" y="917930"/>
                  </a:lnTo>
                  <a:lnTo>
                    <a:pt x="3432606" y="917448"/>
                  </a:lnTo>
                  <a:lnTo>
                    <a:pt x="3434511" y="893660"/>
                  </a:lnTo>
                  <a:lnTo>
                    <a:pt x="3434511" y="892644"/>
                  </a:lnTo>
                  <a:lnTo>
                    <a:pt x="3434511" y="861187"/>
                  </a:lnTo>
                  <a:lnTo>
                    <a:pt x="3434511" y="692302"/>
                  </a:lnTo>
                  <a:lnTo>
                    <a:pt x="3434511" y="664006"/>
                  </a:lnTo>
                  <a:lnTo>
                    <a:pt x="3434511" y="648106"/>
                  </a:lnTo>
                  <a:close/>
                </a:path>
                <a:path w="7588884" h="1002029">
                  <a:moveTo>
                    <a:pt x="3680714" y="224129"/>
                  </a:moveTo>
                  <a:lnTo>
                    <a:pt x="3679571" y="205854"/>
                  </a:lnTo>
                  <a:lnTo>
                    <a:pt x="3625469" y="205854"/>
                  </a:lnTo>
                  <a:lnTo>
                    <a:pt x="3625431" y="205511"/>
                  </a:lnTo>
                  <a:lnTo>
                    <a:pt x="3517925" y="202031"/>
                  </a:lnTo>
                  <a:lnTo>
                    <a:pt x="3520211" y="190512"/>
                  </a:lnTo>
                  <a:lnTo>
                    <a:pt x="3524034" y="179984"/>
                  </a:lnTo>
                  <a:lnTo>
                    <a:pt x="3553345" y="149720"/>
                  </a:lnTo>
                  <a:lnTo>
                    <a:pt x="3573615" y="145656"/>
                  </a:lnTo>
                  <a:lnTo>
                    <a:pt x="3586632" y="146837"/>
                  </a:lnTo>
                  <a:lnTo>
                    <a:pt x="3617823" y="174129"/>
                  </a:lnTo>
                  <a:lnTo>
                    <a:pt x="3625431" y="205511"/>
                  </a:lnTo>
                  <a:lnTo>
                    <a:pt x="3630980" y="205511"/>
                  </a:lnTo>
                  <a:lnTo>
                    <a:pt x="3679545" y="205511"/>
                  </a:lnTo>
                  <a:lnTo>
                    <a:pt x="3666261" y="153644"/>
                  </a:lnTo>
                  <a:lnTo>
                    <a:pt x="3640328" y="118402"/>
                  </a:lnTo>
                  <a:lnTo>
                    <a:pt x="3599624" y="100139"/>
                  </a:lnTo>
                  <a:lnTo>
                    <a:pt x="3573615" y="97853"/>
                  </a:lnTo>
                  <a:lnTo>
                    <a:pt x="3559124" y="98844"/>
                  </a:lnTo>
                  <a:lnTo>
                    <a:pt x="3518255" y="113639"/>
                  </a:lnTo>
                  <a:lnTo>
                    <a:pt x="3484880" y="145008"/>
                  </a:lnTo>
                  <a:lnTo>
                    <a:pt x="3464204" y="191592"/>
                  </a:lnTo>
                  <a:lnTo>
                    <a:pt x="3460191" y="230212"/>
                  </a:lnTo>
                  <a:lnTo>
                    <a:pt x="3460191" y="239687"/>
                  </a:lnTo>
                  <a:lnTo>
                    <a:pt x="3468319" y="289179"/>
                  </a:lnTo>
                  <a:lnTo>
                    <a:pt x="3492665" y="329196"/>
                  </a:lnTo>
                  <a:lnTo>
                    <a:pt x="3530485" y="355574"/>
                  </a:lnTo>
                  <a:lnTo>
                    <a:pt x="3579025" y="364375"/>
                  </a:lnTo>
                  <a:lnTo>
                    <a:pt x="3597148" y="363410"/>
                  </a:lnTo>
                  <a:lnTo>
                    <a:pt x="3640353" y="348932"/>
                  </a:lnTo>
                  <a:lnTo>
                    <a:pt x="3671303" y="320649"/>
                  </a:lnTo>
                  <a:lnTo>
                    <a:pt x="3679812" y="309016"/>
                  </a:lnTo>
                  <a:lnTo>
                    <a:pt x="3644303" y="280835"/>
                  </a:lnTo>
                  <a:lnTo>
                    <a:pt x="3636924" y="289877"/>
                  </a:lnTo>
                  <a:lnTo>
                    <a:pt x="3629647" y="297522"/>
                  </a:lnTo>
                  <a:lnTo>
                    <a:pt x="3591026" y="316280"/>
                  </a:lnTo>
                  <a:lnTo>
                    <a:pt x="3581285" y="316801"/>
                  </a:lnTo>
                  <a:lnTo>
                    <a:pt x="3567023" y="315455"/>
                  </a:lnTo>
                  <a:lnTo>
                    <a:pt x="3533813" y="295376"/>
                  </a:lnTo>
                  <a:lnTo>
                    <a:pt x="3515893" y="249605"/>
                  </a:lnTo>
                  <a:lnTo>
                    <a:pt x="3680714" y="249605"/>
                  </a:lnTo>
                  <a:lnTo>
                    <a:pt x="3680714" y="224129"/>
                  </a:lnTo>
                  <a:close/>
                </a:path>
                <a:path w="7588884" h="1002029">
                  <a:moveTo>
                    <a:pt x="3715499" y="772121"/>
                  </a:moveTo>
                  <a:lnTo>
                    <a:pt x="3707092" y="721956"/>
                  </a:lnTo>
                  <a:lnTo>
                    <a:pt x="3683254" y="680580"/>
                  </a:lnTo>
                  <a:lnTo>
                    <a:pt x="3660025" y="660933"/>
                  </a:lnTo>
                  <a:lnTo>
                    <a:pt x="3660025" y="774382"/>
                  </a:lnTo>
                  <a:lnTo>
                    <a:pt x="3660025" y="780237"/>
                  </a:lnTo>
                  <a:lnTo>
                    <a:pt x="3650932" y="825817"/>
                  </a:lnTo>
                  <a:lnTo>
                    <a:pt x="3624694" y="856259"/>
                  </a:lnTo>
                  <a:lnTo>
                    <a:pt x="3612159" y="860806"/>
                  </a:lnTo>
                  <a:lnTo>
                    <a:pt x="3612299" y="860806"/>
                  </a:lnTo>
                  <a:lnTo>
                    <a:pt x="3597795" y="862317"/>
                  </a:lnTo>
                  <a:lnTo>
                    <a:pt x="3583140" y="860806"/>
                  </a:lnTo>
                  <a:lnTo>
                    <a:pt x="3570427" y="856259"/>
                  </a:lnTo>
                  <a:lnTo>
                    <a:pt x="3543922" y="825334"/>
                  </a:lnTo>
                  <a:lnTo>
                    <a:pt x="3535146" y="780237"/>
                  </a:lnTo>
                  <a:lnTo>
                    <a:pt x="3535108" y="774382"/>
                  </a:lnTo>
                  <a:lnTo>
                    <a:pt x="3536086" y="758050"/>
                  </a:lnTo>
                  <a:lnTo>
                    <a:pt x="3550780" y="715975"/>
                  </a:lnTo>
                  <a:lnTo>
                    <a:pt x="3582898" y="692937"/>
                  </a:lnTo>
                  <a:lnTo>
                    <a:pt x="3597338" y="691400"/>
                  </a:lnTo>
                  <a:lnTo>
                    <a:pt x="3611892" y="692937"/>
                  </a:lnTo>
                  <a:lnTo>
                    <a:pt x="3644138" y="715975"/>
                  </a:lnTo>
                  <a:lnTo>
                    <a:pt x="3659035" y="758050"/>
                  </a:lnTo>
                  <a:lnTo>
                    <a:pt x="3660025" y="774382"/>
                  </a:lnTo>
                  <a:lnTo>
                    <a:pt x="3660025" y="660933"/>
                  </a:lnTo>
                  <a:lnTo>
                    <a:pt x="3645992" y="652843"/>
                  </a:lnTo>
                  <a:lnTo>
                    <a:pt x="3623094" y="645909"/>
                  </a:lnTo>
                  <a:lnTo>
                    <a:pt x="3597338" y="643597"/>
                  </a:lnTo>
                  <a:lnTo>
                    <a:pt x="3572065" y="645909"/>
                  </a:lnTo>
                  <a:lnTo>
                    <a:pt x="3571735" y="645909"/>
                  </a:lnTo>
                  <a:lnTo>
                    <a:pt x="3528644" y="664781"/>
                  </a:lnTo>
                  <a:lnTo>
                    <a:pt x="3497630" y="701192"/>
                  </a:lnTo>
                  <a:lnTo>
                    <a:pt x="3481844" y="747763"/>
                  </a:lnTo>
                  <a:lnTo>
                    <a:pt x="3479863" y="774382"/>
                  </a:lnTo>
                  <a:lnTo>
                    <a:pt x="3479914" y="780237"/>
                  </a:lnTo>
                  <a:lnTo>
                    <a:pt x="3487788" y="830554"/>
                  </a:lnTo>
                  <a:lnTo>
                    <a:pt x="3511550" y="872578"/>
                  </a:lnTo>
                  <a:lnTo>
                    <a:pt x="3548951" y="900734"/>
                  </a:lnTo>
                  <a:lnTo>
                    <a:pt x="3597795" y="910120"/>
                  </a:lnTo>
                  <a:lnTo>
                    <a:pt x="3623551" y="907770"/>
                  </a:lnTo>
                  <a:lnTo>
                    <a:pt x="3646474" y="900734"/>
                  </a:lnTo>
                  <a:lnTo>
                    <a:pt x="3666566" y="889000"/>
                  </a:lnTo>
                  <a:lnTo>
                    <a:pt x="3683812" y="872578"/>
                  </a:lnTo>
                  <a:lnTo>
                    <a:pt x="3690963" y="862317"/>
                  </a:lnTo>
                  <a:lnTo>
                    <a:pt x="3697681" y="852690"/>
                  </a:lnTo>
                  <a:lnTo>
                    <a:pt x="3707574" y="830554"/>
                  </a:lnTo>
                  <a:lnTo>
                    <a:pt x="3713518" y="806183"/>
                  </a:lnTo>
                  <a:lnTo>
                    <a:pt x="3715448" y="780237"/>
                  </a:lnTo>
                  <a:lnTo>
                    <a:pt x="3715499" y="772121"/>
                  </a:lnTo>
                  <a:close/>
                </a:path>
                <a:path w="7588884" h="1002029">
                  <a:moveTo>
                    <a:pt x="3888244" y="649236"/>
                  </a:moveTo>
                  <a:lnTo>
                    <a:pt x="3882148" y="646772"/>
                  </a:lnTo>
                  <a:lnTo>
                    <a:pt x="3875900" y="645007"/>
                  </a:lnTo>
                  <a:lnTo>
                    <a:pt x="3869525" y="643953"/>
                  </a:lnTo>
                  <a:lnTo>
                    <a:pt x="3862997" y="643597"/>
                  </a:lnTo>
                  <a:lnTo>
                    <a:pt x="3844150" y="644639"/>
                  </a:lnTo>
                  <a:lnTo>
                    <a:pt x="3829227" y="647750"/>
                  </a:lnTo>
                  <a:lnTo>
                    <a:pt x="3818229" y="652919"/>
                  </a:lnTo>
                  <a:lnTo>
                    <a:pt x="3811130" y="660171"/>
                  </a:lnTo>
                  <a:lnTo>
                    <a:pt x="3810685" y="648106"/>
                  </a:lnTo>
                  <a:lnTo>
                    <a:pt x="3756799" y="648106"/>
                  </a:lnTo>
                  <a:lnTo>
                    <a:pt x="3756799" y="905611"/>
                  </a:lnTo>
                  <a:lnTo>
                    <a:pt x="3812032" y="905611"/>
                  </a:lnTo>
                  <a:lnTo>
                    <a:pt x="3812032" y="727024"/>
                  </a:lnTo>
                  <a:lnTo>
                    <a:pt x="3819829" y="714006"/>
                  </a:lnTo>
                  <a:lnTo>
                    <a:pt x="3830586" y="704710"/>
                  </a:lnTo>
                  <a:lnTo>
                    <a:pt x="3844290" y="699122"/>
                  </a:lnTo>
                  <a:lnTo>
                    <a:pt x="3860965" y="697268"/>
                  </a:lnTo>
                  <a:lnTo>
                    <a:pt x="3866553" y="697471"/>
                  </a:lnTo>
                  <a:lnTo>
                    <a:pt x="3872915" y="698080"/>
                  </a:lnTo>
                  <a:lnTo>
                    <a:pt x="3888028" y="700532"/>
                  </a:lnTo>
                  <a:lnTo>
                    <a:pt x="3888244" y="649236"/>
                  </a:lnTo>
                  <a:close/>
                </a:path>
                <a:path w="7588884" h="1002029">
                  <a:moveTo>
                    <a:pt x="3969575" y="648106"/>
                  </a:moveTo>
                  <a:lnTo>
                    <a:pt x="3914102" y="648106"/>
                  </a:lnTo>
                  <a:lnTo>
                    <a:pt x="3914102" y="905611"/>
                  </a:lnTo>
                  <a:lnTo>
                    <a:pt x="3969575" y="905611"/>
                  </a:lnTo>
                  <a:lnTo>
                    <a:pt x="3969575" y="648106"/>
                  </a:lnTo>
                  <a:close/>
                </a:path>
                <a:path w="7588884" h="1002029">
                  <a:moveTo>
                    <a:pt x="3973855" y="581672"/>
                  </a:moveTo>
                  <a:lnTo>
                    <a:pt x="3971074" y="574421"/>
                  </a:lnTo>
                  <a:lnTo>
                    <a:pt x="3965511" y="568401"/>
                  </a:lnTo>
                  <a:lnTo>
                    <a:pt x="3959949" y="562317"/>
                  </a:lnTo>
                  <a:lnTo>
                    <a:pt x="3952214" y="559269"/>
                  </a:lnTo>
                  <a:lnTo>
                    <a:pt x="3932148" y="559269"/>
                  </a:lnTo>
                  <a:lnTo>
                    <a:pt x="3924363" y="562317"/>
                  </a:lnTo>
                  <a:lnTo>
                    <a:pt x="3913619" y="574421"/>
                  </a:lnTo>
                  <a:lnTo>
                    <a:pt x="3910952" y="581672"/>
                  </a:lnTo>
                  <a:lnTo>
                    <a:pt x="3910952" y="598360"/>
                  </a:lnTo>
                  <a:lnTo>
                    <a:pt x="3913619" y="605459"/>
                  </a:lnTo>
                  <a:lnTo>
                    <a:pt x="3918953" y="611466"/>
                  </a:lnTo>
                  <a:lnTo>
                    <a:pt x="3924363" y="617410"/>
                  </a:lnTo>
                  <a:lnTo>
                    <a:pt x="3932148" y="620382"/>
                  </a:lnTo>
                  <a:lnTo>
                    <a:pt x="3952214" y="620382"/>
                  </a:lnTo>
                  <a:lnTo>
                    <a:pt x="3959949" y="617410"/>
                  </a:lnTo>
                  <a:lnTo>
                    <a:pt x="3971112" y="605459"/>
                  </a:lnTo>
                  <a:lnTo>
                    <a:pt x="3973855" y="598360"/>
                  </a:lnTo>
                  <a:lnTo>
                    <a:pt x="3973855" y="581672"/>
                  </a:lnTo>
                  <a:close/>
                </a:path>
                <a:path w="7588884" h="1002029">
                  <a:moveTo>
                    <a:pt x="4081526" y="17500"/>
                  </a:moveTo>
                  <a:lnTo>
                    <a:pt x="3814330" y="17500"/>
                  </a:lnTo>
                  <a:lnTo>
                    <a:pt x="3814330" y="67030"/>
                  </a:lnTo>
                  <a:lnTo>
                    <a:pt x="3919626" y="67030"/>
                  </a:lnTo>
                  <a:lnTo>
                    <a:pt x="3919626" y="360400"/>
                  </a:lnTo>
                  <a:lnTo>
                    <a:pt x="3976001" y="360400"/>
                  </a:lnTo>
                  <a:lnTo>
                    <a:pt x="3976001" y="67030"/>
                  </a:lnTo>
                  <a:lnTo>
                    <a:pt x="4081526" y="67030"/>
                  </a:lnTo>
                  <a:lnTo>
                    <a:pt x="4081526" y="17500"/>
                  </a:lnTo>
                  <a:close/>
                </a:path>
                <a:path w="7588884" h="1002029">
                  <a:moveTo>
                    <a:pt x="4139476" y="903808"/>
                  </a:moveTo>
                  <a:lnTo>
                    <a:pt x="4139247" y="856348"/>
                  </a:lnTo>
                  <a:lnTo>
                    <a:pt x="4123004" y="859637"/>
                  </a:lnTo>
                  <a:lnTo>
                    <a:pt x="4117175" y="860463"/>
                  </a:lnTo>
                  <a:lnTo>
                    <a:pt x="4112869" y="860742"/>
                  </a:lnTo>
                  <a:lnTo>
                    <a:pt x="4107154" y="860742"/>
                  </a:lnTo>
                  <a:lnTo>
                    <a:pt x="4102379" y="859536"/>
                  </a:lnTo>
                  <a:lnTo>
                    <a:pt x="4094708" y="854646"/>
                  </a:lnTo>
                  <a:lnTo>
                    <a:pt x="4092791" y="848410"/>
                  </a:lnTo>
                  <a:lnTo>
                    <a:pt x="4092791" y="693661"/>
                  </a:lnTo>
                  <a:lnTo>
                    <a:pt x="4138345" y="693661"/>
                  </a:lnTo>
                  <a:lnTo>
                    <a:pt x="4138345" y="648106"/>
                  </a:lnTo>
                  <a:lnTo>
                    <a:pt x="4092791" y="648106"/>
                  </a:lnTo>
                  <a:lnTo>
                    <a:pt x="4092791" y="588810"/>
                  </a:lnTo>
                  <a:lnTo>
                    <a:pt x="4037558" y="588810"/>
                  </a:lnTo>
                  <a:lnTo>
                    <a:pt x="4037558" y="648106"/>
                  </a:lnTo>
                  <a:lnTo>
                    <a:pt x="3992905" y="648106"/>
                  </a:lnTo>
                  <a:lnTo>
                    <a:pt x="3992905" y="693661"/>
                  </a:lnTo>
                  <a:lnTo>
                    <a:pt x="4037558" y="693661"/>
                  </a:lnTo>
                  <a:lnTo>
                    <a:pt x="4037558" y="838187"/>
                  </a:lnTo>
                  <a:lnTo>
                    <a:pt x="4038714" y="856615"/>
                  </a:lnTo>
                  <a:lnTo>
                    <a:pt x="4056151" y="894105"/>
                  </a:lnTo>
                  <a:lnTo>
                    <a:pt x="4100461" y="910120"/>
                  </a:lnTo>
                  <a:lnTo>
                    <a:pt x="4110050" y="909726"/>
                  </a:lnTo>
                  <a:lnTo>
                    <a:pt x="4119740" y="908545"/>
                  </a:lnTo>
                  <a:lnTo>
                    <a:pt x="4129544" y="906564"/>
                  </a:lnTo>
                  <a:lnTo>
                    <a:pt x="4139476" y="903808"/>
                  </a:lnTo>
                  <a:close/>
                </a:path>
                <a:path w="7588884" h="1002029">
                  <a:moveTo>
                    <a:pt x="4229227" y="103492"/>
                  </a:moveTo>
                  <a:lnTo>
                    <a:pt x="4223131" y="101028"/>
                  </a:lnTo>
                  <a:lnTo>
                    <a:pt x="4216882" y="99263"/>
                  </a:lnTo>
                  <a:lnTo>
                    <a:pt x="4210507" y="98209"/>
                  </a:lnTo>
                  <a:lnTo>
                    <a:pt x="4203979" y="97853"/>
                  </a:lnTo>
                  <a:lnTo>
                    <a:pt x="4185132" y="98894"/>
                  </a:lnTo>
                  <a:lnTo>
                    <a:pt x="4170210" y="101993"/>
                  </a:lnTo>
                  <a:lnTo>
                    <a:pt x="4159212" y="107175"/>
                  </a:lnTo>
                  <a:lnTo>
                    <a:pt x="4152112" y="114427"/>
                  </a:lnTo>
                  <a:lnTo>
                    <a:pt x="4151668" y="102362"/>
                  </a:lnTo>
                  <a:lnTo>
                    <a:pt x="4097782" y="102362"/>
                  </a:lnTo>
                  <a:lnTo>
                    <a:pt x="4097782" y="359867"/>
                  </a:lnTo>
                  <a:lnTo>
                    <a:pt x="4153014" y="359867"/>
                  </a:lnTo>
                  <a:lnTo>
                    <a:pt x="4153014" y="181279"/>
                  </a:lnTo>
                  <a:lnTo>
                    <a:pt x="4160812" y="168262"/>
                  </a:lnTo>
                  <a:lnTo>
                    <a:pt x="4171569" y="158965"/>
                  </a:lnTo>
                  <a:lnTo>
                    <a:pt x="4185272" y="153377"/>
                  </a:lnTo>
                  <a:lnTo>
                    <a:pt x="4201947" y="151523"/>
                  </a:lnTo>
                  <a:lnTo>
                    <a:pt x="4207535" y="151726"/>
                  </a:lnTo>
                  <a:lnTo>
                    <a:pt x="4213898" y="152336"/>
                  </a:lnTo>
                  <a:lnTo>
                    <a:pt x="4229011" y="154787"/>
                  </a:lnTo>
                  <a:lnTo>
                    <a:pt x="4229227" y="103492"/>
                  </a:lnTo>
                  <a:close/>
                </a:path>
                <a:path w="7588884" h="1002029">
                  <a:moveTo>
                    <a:pt x="4382008" y="737857"/>
                  </a:moveTo>
                  <a:lnTo>
                    <a:pt x="4376064" y="694639"/>
                  </a:lnTo>
                  <a:lnTo>
                    <a:pt x="4346156" y="655967"/>
                  </a:lnTo>
                  <a:lnTo>
                    <a:pt x="4297007" y="643597"/>
                  </a:lnTo>
                  <a:lnTo>
                    <a:pt x="4275175" y="644944"/>
                  </a:lnTo>
                  <a:lnTo>
                    <a:pt x="4257040" y="648982"/>
                  </a:lnTo>
                  <a:lnTo>
                    <a:pt x="4242600" y="655713"/>
                  </a:lnTo>
                  <a:lnTo>
                    <a:pt x="4231843" y="665137"/>
                  </a:lnTo>
                  <a:lnTo>
                    <a:pt x="4231843" y="545744"/>
                  </a:lnTo>
                  <a:lnTo>
                    <a:pt x="4176598" y="545744"/>
                  </a:lnTo>
                  <a:lnTo>
                    <a:pt x="4176598" y="905611"/>
                  </a:lnTo>
                  <a:lnTo>
                    <a:pt x="4231843" y="905611"/>
                  </a:lnTo>
                  <a:lnTo>
                    <a:pt x="4231843" y="726122"/>
                  </a:lnTo>
                  <a:lnTo>
                    <a:pt x="4235907" y="719213"/>
                  </a:lnTo>
                  <a:lnTo>
                    <a:pt x="4267720" y="694728"/>
                  </a:lnTo>
                  <a:lnTo>
                    <a:pt x="4284599" y="692302"/>
                  </a:lnTo>
                  <a:lnTo>
                    <a:pt x="4294429" y="692950"/>
                  </a:lnTo>
                  <a:lnTo>
                    <a:pt x="4325886" y="726605"/>
                  </a:lnTo>
                  <a:lnTo>
                    <a:pt x="4326547" y="738530"/>
                  </a:lnTo>
                  <a:lnTo>
                    <a:pt x="4326547" y="905611"/>
                  </a:lnTo>
                  <a:lnTo>
                    <a:pt x="4382008" y="905611"/>
                  </a:lnTo>
                  <a:lnTo>
                    <a:pt x="4382008" y="737857"/>
                  </a:lnTo>
                  <a:close/>
                </a:path>
                <a:path w="7588884" h="1002029">
                  <a:moveTo>
                    <a:pt x="4457090" y="224129"/>
                  </a:moveTo>
                  <a:lnTo>
                    <a:pt x="4455934" y="205854"/>
                  </a:lnTo>
                  <a:lnTo>
                    <a:pt x="4401845" y="205854"/>
                  </a:lnTo>
                  <a:lnTo>
                    <a:pt x="4401794" y="205511"/>
                  </a:lnTo>
                  <a:lnTo>
                    <a:pt x="4294289" y="202031"/>
                  </a:lnTo>
                  <a:lnTo>
                    <a:pt x="4296575" y="190512"/>
                  </a:lnTo>
                  <a:lnTo>
                    <a:pt x="4300398" y="179984"/>
                  </a:lnTo>
                  <a:lnTo>
                    <a:pt x="4329722" y="149720"/>
                  </a:lnTo>
                  <a:lnTo>
                    <a:pt x="4349978" y="145656"/>
                  </a:lnTo>
                  <a:lnTo>
                    <a:pt x="4363009" y="146837"/>
                  </a:lnTo>
                  <a:lnTo>
                    <a:pt x="4394187" y="174129"/>
                  </a:lnTo>
                  <a:lnTo>
                    <a:pt x="4401794" y="205511"/>
                  </a:lnTo>
                  <a:lnTo>
                    <a:pt x="4407344" y="205511"/>
                  </a:lnTo>
                  <a:lnTo>
                    <a:pt x="4455922" y="205511"/>
                  </a:lnTo>
                  <a:lnTo>
                    <a:pt x="4455477" y="198513"/>
                  </a:lnTo>
                  <a:lnTo>
                    <a:pt x="4450664" y="175031"/>
                  </a:lnTo>
                  <a:lnTo>
                    <a:pt x="4442625" y="153644"/>
                  </a:lnTo>
                  <a:lnTo>
                    <a:pt x="4437964" y="145656"/>
                  </a:lnTo>
                  <a:lnTo>
                    <a:pt x="4431385" y="134378"/>
                  </a:lnTo>
                  <a:lnTo>
                    <a:pt x="4416691" y="118402"/>
                  </a:lnTo>
                  <a:lnTo>
                    <a:pt x="4398238" y="106984"/>
                  </a:lnTo>
                  <a:lnTo>
                    <a:pt x="4376001" y="100139"/>
                  </a:lnTo>
                  <a:lnTo>
                    <a:pt x="4349978" y="97853"/>
                  </a:lnTo>
                  <a:lnTo>
                    <a:pt x="4335488" y="98844"/>
                  </a:lnTo>
                  <a:lnTo>
                    <a:pt x="4294619" y="113639"/>
                  </a:lnTo>
                  <a:lnTo>
                    <a:pt x="4261243" y="145008"/>
                  </a:lnTo>
                  <a:lnTo>
                    <a:pt x="4240568" y="191592"/>
                  </a:lnTo>
                  <a:lnTo>
                    <a:pt x="4236567" y="230212"/>
                  </a:lnTo>
                  <a:lnTo>
                    <a:pt x="4236567" y="239687"/>
                  </a:lnTo>
                  <a:lnTo>
                    <a:pt x="4244683" y="289179"/>
                  </a:lnTo>
                  <a:lnTo>
                    <a:pt x="4269029" y="329196"/>
                  </a:lnTo>
                  <a:lnTo>
                    <a:pt x="4306862" y="355574"/>
                  </a:lnTo>
                  <a:lnTo>
                    <a:pt x="4355389" y="364375"/>
                  </a:lnTo>
                  <a:lnTo>
                    <a:pt x="4373511" y="363410"/>
                  </a:lnTo>
                  <a:lnTo>
                    <a:pt x="4416730" y="348932"/>
                  </a:lnTo>
                  <a:lnTo>
                    <a:pt x="4447667" y="320649"/>
                  </a:lnTo>
                  <a:lnTo>
                    <a:pt x="4456188" y="309016"/>
                  </a:lnTo>
                  <a:lnTo>
                    <a:pt x="4420667" y="280835"/>
                  </a:lnTo>
                  <a:lnTo>
                    <a:pt x="4413288" y="289877"/>
                  </a:lnTo>
                  <a:lnTo>
                    <a:pt x="4406011" y="297522"/>
                  </a:lnTo>
                  <a:lnTo>
                    <a:pt x="4367390" y="316280"/>
                  </a:lnTo>
                  <a:lnTo>
                    <a:pt x="4357649" y="316801"/>
                  </a:lnTo>
                  <a:lnTo>
                    <a:pt x="4343387" y="315455"/>
                  </a:lnTo>
                  <a:lnTo>
                    <a:pt x="4310189" y="295376"/>
                  </a:lnTo>
                  <a:lnTo>
                    <a:pt x="4292257" y="249605"/>
                  </a:lnTo>
                  <a:lnTo>
                    <a:pt x="4457090" y="249605"/>
                  </a:lnTo>
                  <a:lnTo>
                    <a:pt x="4457090" y="224129"/>
                  </a:lnTo>
                  <a:close/>
                </a:path>
                <a:path w="7588884" h="1002029">
                  <a:moveTo>
                    <a:pt x="4708969" y="224129"/>
                  </a:moveTo>
                  <a:lnTo>
                    <a:pt x="4707826" y="205854"/>
                  </a:lnTo>
                  <a:lnTo>
                    <a:pt x="4653724" y="205854"/>
                  </a:lnTo>
                  <a:lnTo>
                    <a:pt x="4653686" y="205511"/>
                  </a:lnTo>
                  <a:lnTo>
                    <a:pt x="4546168" y="202031"/>
                  </a:lnTo>
                  <a:lnTo>
                    <a:pt x="4548467" y="190512"/>
                  </a:lnTo>
                  <a:lnTo>
                    <a:pt x="4552289" y="179984"/>
                  </a:lnTo>
                  <a:lnTo>
                    <a:pt x="4581601" y="149720"/>
                  </a:lnTo>
                  <a:lnTo>
                    <a:pt x="4601870" y="145656"/>
                  </a:lnTo>
                  <a:lnTo>
                    <a:pt x="4614888" y="146837"/>
                  </a:lnTo>
                  <a:lnTo>
                    <a:pt x="4646079" y="174129"/>
                  </a:lnTo>
                  <a:lnTo>
                    <a:pt x="4653686" y="205511"/>
                  </a:lnTo>
                  <a:lnTo>
                    <a:pt x="4659223" y="205511"/>
                  </a:lnTo>
                  <a:lnTo>
                    <a:pt x="4707801" y="205511"/>
                  </a:lnTo>
                  <a:lnTo>
                    <a:pt x="4707356" y="198513"/>
                  </a:lnTo>
                  <a:lnTo>
                    <a:pt x="4702543" y="175031"/>
                  </a:lnTo>
                  <a:lnTo>
                    <a:pt x="4694504" y="153644"/>
                  </a:lnTo>
                  <a:lnTo>
                    <a:pt x="4689843" y="145656"/>
                  </a:lnTo>
                  <a:lnTo>
                    <a:pt x="4683264" y="134378"/>
                  </a:lnTo>
                  <a:lnTo>
                    <a:pt x="4668583" y="118402"/>
                  </a:lnTo>
                  <a:lnTo>
                    <a:pt x="4650117" y="106984"/>
                  </a:lnTo>
                  <a:lnTo>
                    <a:pt x="4627880" y="100139"/>
                  </a:lnTo>
                  <a:lnTo>
                    <a:pt x="4601870" y="97853"/>
                  </a:lnTo>
                  <a:lnTo>
                    <a:pt x="4587367" y="98844"/>
                  </a:lnTo>
                  <a:lnTo>
                    <a:pt x="4546511" y="113639"/>
                  </a:lnTo>
                  <a:lnTo>
                    <a:pt x="4513135" y="145008"/>
                  </a:lnTo>
                  <a:lnTo>
                    <a:pt x="4492447" y="191592"/>
                  </a:lnTo>
                  <a:lnTo>
                    <a:pt x="4488446" y="230212"/>
                  </a:lnTo>
                  <a:lnTo>
                    <a:pt x="4488446" y="239687"/>
                  </a:lnTo>
                  <a:lnTo>
                    <a:pt x="4496562" y="289179"/>
                  </a:lnTo>
                  <a:lnTo>
                    <a:pt x="4520920" y="329196"/>
                  </a:lnTo>
                  <a:lnTo>
                    <a:pt x="4558741" y="355574"/>
                  </a:lnTo>
                  <a:lnTo>
                    <a:pt x="4607280" y="364375"/>
                  </a:lnTo>
                  <a:lnTo>
                    <a:pt x="4625403" y="363410"/>
                  </a:lnTo>
                  <a:lnTo>
                    <a:pt x="4668609" y="348932"/>
                  </a:lnTo>
                  <a:lnTo>
                    <a:pt x="4699559" y="320649"/>
                  </a:lnTo>
                  <a:lnTo>
                    <a:pt x="4702365" y="316801"/>
                  </a:lnTo>
                  <a:lnTo>
                    <a:pt x="4708068" y="309016"/>
                  </a:lnTo>
                  <a:lnTo>
                    <a:pt x="4672558" y="280835"/>
                  </a:lnTo>
                  <a:lnTo>
                    <a:pt x="4665167" y="289877"/>
                  </a:lnTo>
                  <a:lnTo>
                    <a:pt x="4657903" y="297522"/>
                  </a:lnTo>
                  <a:lnTo>
                    <a:pt x="4619282" y="316280"/>
                  </a:lnTo>
                  <a:lnTo>
                    <a:pt x="4609528" y="316801"/>
                  </a:lnTo>
                  <a:lnTo>
                    <a:pt x="4595279" y="315455"/>
                  </a:lnTo>
                  <a:lnTo>
                    <a:pt x="4562068" y="295376"/>
                  </a:lnTo>
                  <a:lnTo>
                    <a:pt x="4544136" y="249605"/>
                  </a:lnTo>
                  <a:lnTo>
                    <a:pt x="4708969" y="249605"/>
                  </a:lnTo>
                  <a:lnTo>
                    <a:pt x="4708969" y="224129"/>
                  </a:lnTo>
                  <a:close/>
                </a:path>
                <a:path w="7588884" h="1002029">
                  <a:moveTo>
                    <a:pt x="4783836" y="738530"/>
                  </a:moveTo>
                  <a:lnTo>
                    <a:pt x="4778006" y="696023"/>
                  </a:lnTo>
                  <a:lnTo>
                    <a:pt x="4747717" y="656539"/>
                  </a:lnTo>
                  <a:lnTo>
                    <a:pt x="4695228" y="643597"/>
                  </a:lnTo>
                  <a:lnTo>
                    <a:pt x="4681588" y="644321"/>
                  </a:lnTo>
                  <a:lnTo>
                    <a:pt x="4636541" y="660869"/>
                  </a:lnTo>
                  <a:lnTo>
                    <a:pt x="4618787" y="676071"/>
                  </a:lnTo>
                  <a:lnTo>
                    <a:pt x="4615015" y="670204"/>
                  </a:lnTo>
                  <a:lnTo>
                    <a:pt x="4582515" y="649376"/>
                  </a:lnTo>
                  <a:lnTo>
                    <a:pt x="4547768" y="643597"/>
                  </a:lnTo>
                  <a:lnTo>
                    <a:pt x="4525276" y="644867"/>
                  </a:lnTo>
                  <a:lnTo>
                    <a:pt x="4506747" y="648677"/>
                  </a:lnTo>
                  <a:lnTo>
                    <a:pt x="4492193" y="655015"/>
                  </a:lnTo>
                  <a:lnTo>
                    <a:pt x="4481588" y="663892"/>
                  </a:lnTo>
                  <a:lnTo>
                    <a:pt x="4481017" y="648106"/>
                  </a:lnTo>
                  <a:lnTo>
                    <a:pt x="4428033" y="648106"/>
                  </a:lnTo>
                  <a:lnTo>
                    <a:pt x="4428033" y="905611"/>
                  </a:lnTo>
                  <a:lnTo>
                    <a:pt x="4483506" y="905611"/>
                  </a:lnTo>
                  <a:lnTo>
                    <a:pt x="4483506" y="721499"/>
                  </a:lnTo>
                  <a:lnTo>
                    <a:pt x="4491367" y="708736"/>
                  </a:lnTo>
                  <a:lnTo>
                    <a:pt x="4502213" y="699604"/>
                  </a:lnTo>
                  <a:lnTo>
                    <a:pt x="4516056" y="694131"/>
                  </a:lnTo>
                  <a:lnTo>
                    <a:pt x="4532884" y="692302"/>
                  </a:lnTo>
                  <a:lnTo>
                    <a:pt x="4542904" y="692950"/>
                  </a:lnTo>
                  <a:lnTo>
                    <a:pt x="4575187" y="716635"/>
                  </a:lnTo>
                  <a:lnTo>
                    <a:pt x="4578197" y="738301"/>
                  </a:lnTo>
                  <a:lnTo>
                    <a:pt x="4578197" y="905611"/>
                  </a:lnTo>
                  <a:lnTo>
                    <a:pt x="4633442" y="905611"/>
                  </a:lnTo>
                  <a:lnTo>
                    <a:pt x="4633442" y="737285"/>
                  </a:lnTo>
                  <a:lnTo>
                    <a:pt x="4635119" y="728281"/>
                  </a:lnTo>
                  <a:lnTo>
                    <a:pt x="4663148" y="695604"/>
                  </a:lnTo>
                  <a:lnTo>
                    <a:pt x="4683049" y="692302"/>
                  </a:lnTo>
                  <a:lnTo>
                    <a:pt x="4693209" y="692886"/>
                  </a:lnTo>
                  <a:lnTo>
                    <a:pt x="4725390" y="715251"/>
                  </a:lnTo>
                  <a:lnTo>
                    <a:pt x="4728375" y="738073"/>
                  </a:lnTo>
                  <a:lnTo>
                    <a:pt x="4728375" y="905611"/>
                  </a:lnTo>
                  <a:lnTo>
                    <a:pt x="4783836" y="905611"/>
                  </a:lnTo>
                  <a:lnTo>
                    <a:pt x="4783836" y="738530"/>
                  </a:lnTo>
                  <a:close/>
                </a:path>
                <a:path w="7588884" h="1002029">
                  <a:moveTo>
                    <a:pt x="5183289" y="102362"/>
                  </a:moveTo>
                  <a:lnTo>
                    <a:pt x="5127485" y="102362"/>
                  </a:lnTo>
                  <a:lnTo>
                    <a:pt x="5084978" y="270230"/>
                  </a:lnTo>
                  <a:lnTo>
                    <a:pt x="5032895" y="102362"/>
                  </a:lnTo>
                  <a:lnTo>
                    <a:pt x="4989373" y="102362"/>
                  </a:lnTo>
                  <a:lnTo>
                    <a:pt x="4938077" y="266852"/>
                  </a:lnTo>
                  <a:lnTo>
                    <a:pt x="4894669" y="102362"/>
                  </a:lnTo>
                  <a:lnTo>
                    <a:pt x="4838751" y="102362"/>
                  </a:lnTo>
                  <a:lnTo>
                    <a:pt x="4913503" y="359867"/>
                  </a:lnTo>
                  <a:lnTo>
                    <a:pt x="4957584" y="359867"/>
                  </a:lnTo>
                  <a:lnTo>
                    <a:pt x="5010455" y="190868"/>
                  </a:lnTo>
                  <a:lnTo>
                    <a:pt x="5064684" y="359867"/>
                  </a:lnTo>
                  <a:lnTo>
                    <a:pt x="5108537" y="359867"/>
                  </a:lnTo>
                  <a:lnTo>
                    <a:pt x="5183289" y="102362"/>
                  </a:lnTo>
                  <a:close/>
                </a:path>
                <a:path w="7588884" h="1002029">
                  <a:moveTo>
                    <a:pt x="5271795" y="102362"/>
                  </a:moveTo>
                  <a:lnTo>
                    <a:pt x="5216322" y="102362"/>
                  </a:lnTo>
                  <a:lnTo>
                    <a:pt x="5216322" y="359867"/>
                  </a:lnTo>
                  <a:lnTo>
                    <a:pt x="5271795" y="359867"/>
                  </a:lnTo>
                  <a:lnTo>
                    <a:pt x="5271795" y="102362"/>
                  </a:lnTo>
                  <a:close/>
                </a:path>
                <a:path w="7588884" h="1002029">
                  <a:moveTo>
                    <a:pt x="5276075" y="35928"/>
                  </a:moveTo>
                  <a:lnTo>
                    <a:pt x="5273294" y="28663"/>
                  </a:lnTo>
                  <a:lnTo>
                    <a:pt x="5267731" y="22656"/>
                  </a:lnTo>
                  <a:lnTo>
                    <a:pt x="5262169" y="16573"/>
                  </a:lnTo>
                  <a:lnTo>
                    <a:pt x="5254434" y="13525"/>
                  </a:lnTo>
                  <a:lnTo>
                    <a:pt x="5234356" y="13525"/>
                  </a:lnTo>
                  <a:lnTo>
                    <a:pt x="5226583" y="16573"/>
                  </a:lnTo>
                  <a:lnTo>
                    <a:pt x="5215839" y="28663"/>
                  </a:lnTo>
                  <a:lnTo>
                    <a:pt x="5213159" y="35928"/>
                  </a:lnTo>
                  <a:lnTo>
                    <a:pt x="5213159" y="52603"/>
                  </a:lnTo>
                  <a:lnTo>
                    <a:pt x="5215839" y="59715"/>
                  </a:lnTo>
                  <a:lnTo>
                    <a:pt x="5221173" y="65722"/>
                  </a:lnTo>
                  <a:lnTo>
                    <a:pt x="5226583" y="71666"/>
                  </a:lnTo>
                  <a:lnTo>
                    <a:pt x="5234356" y="74625"/>
                  </a:lnTo>
                  <a:lnTo>
                    <a:pt x="5254434" y="74625"/>
                  </a:lnTo>
                  <a:lnTo>
                    <a:pt x="5262169" y="71666"/>
                  </a:lnTo>
                  <a:lnTo>
                    <a:pt x="5273319" y="59715"/>
                  </a:lnTo>
                  <a:lnTo>
                    <a:pt x="5276075" y="52603"/>
                  </a:lnTo>
                  <a:lnTo>
                    <a:pt x="5276075" y="35928"/>
                  </a:lnTo>
                  <a:close/>
                </a:path>
                <a:path w="7588884" h="1002029">
                  <a:moveTo>
                    <a:pt x="5441683" y="358063"/>
                  </a:moveTo>
                  <a:lnTo>
                    <a:pt x="5441467" y="310591"/>
                  </a:lnTo>
                  <a:lnTo>
                    <a:pt x="5425224" y="313893"/>
                  </a:lnTo>
                  <a:lnTo>
                    <a:pt x="5419395" y="314718"/>
                  </a:lnTo>
                  <a:lnTo>
                    <a:pt x="5415077" y="314998"/>
                  </a:lnTo>
                  <a:lnTo>
                    <a:pt x="5409374" y="314998"/>
                  </a:lnTo>
                  <a:lnTo>
                    <a:pt x="5404599" y="313791"/>
                  </a:lnTo>
                  <a:lnTo>
                    <a:pt x="5396928" y="308902"/>
                  </a:lnTo>
                  <a:lnTo>
                    <a:pt x="5395011" y="302666"/>
                  </a:lnTo>
                  <a:lnTo>
                    <a:pt x="5395011" y="147916"/>
                  </a:lnTo>
                  <a:lnTo>
                    <a:pt x="5440565" y="147916"/>
                  </a:lnTo>
                  <a:lnTo>
                    <a:pt x="5440565" y="102362"/>
                  </a:lnTo>
                  <a:lnTo>
                    <a:pt x="5395011" y="102362"/>
                  </a:lnTo>
                  <a:lnTo>
                    <a:pt x="5395011" y="43065"/>
                  </a:lnTo>
                  <a:lnTo>
                    <a:pt x="5339766" y="43065"/>
                  </a:lnTo>
                  <a:lnTo>
                    <a:pt x="5339766" y="102362"/>
                  </a:lnTo>
                  <a:lnTo>
                    <a:pt x="5295125" y="102362"/>
                  </a:lnTo>
                  <a:lnTo>
                    <a:pt x="5295125" y="147916"/>
                  </a:lnTo>
                  <a:lnTo>
                    <a:pt x="5339766" y="147916"/>
                  </a:lnTo>
                  <a:lnTo>
                    <a:pt x="5339766" y="292442"/>
                  </a:lnTo>
                  <a:lnTo>
                    <a:pt x="5340934" y="310857"/>
                  </a:lnTo>
                  <a:lnTo>
                    <a:pt x="5358371" y="348361"/>
                  </a:lnTo>
                  <a:lnTo>
                    <a:pt x="5402681" y="364375"/>
                  </a:lnTo>
                  <a:lnTo>
                    <a:pt x="5412257" y="363982"/>
                  </a:lnTo>
                  <a:lnTo>
                    <a:pt x="5421960" y="362800"/>
                  </a:lnTo>
                  <a:lnTo>
                    <a:pt x="5431764" y="360819"/>
                  </a:lnTo>
                  <a:lnTo>
                    <a:pt x="5441683" y="358063"/>
                  </a:lnTo>
                  <a:close/>
                </a:path>
                <a:path w="7588884" h="1002029">
                  <a:moveTo>
                    <a:pt x="5684228" y="192100"/>
                  </a:moveTo>
                  <a:lnTo>
                    <a:pt x="5678284" y="148894"/>
                  </a:lnTo>
                  <a:lnTo>
                    <a:pt x="5648376" y="110223"/>
                  </a:lnTo>
                  <a:lnTo>
                    <a:pt x="5599227" y="97853"/>
                  </a:lnTo>
                  <a:lnTo>
                    <a:pt x="5577395" y="99199"/>
                  </a:lnTo>
                  <a:lnTo>
                    <a:pt x="5559260" y="103238"/>
                  </a:lnTo>
                  <a:lnTo>
                    <a:pt x="5544807" y="109969"/>
                  </a:lnTo>
                  <a:lnTo>
                    <a:pt x="5534063" y="119392"/>
                  </a:lnTo>
                  <a:lnTo>
                    <a:pt x="5534063" y="0"/>
                  </a:lnTo>
                  <a:lnTo>
                    <a:pt x="5478818" y="0"/>
                  </a:lnTo>
                  <a:lnTo>
                    <a:pt x="5478818" y="359867"/>
                  </a:lnTo>
                  <a:lnTo>
                    <a:pt x="5534063" y="359867"/>
                  </a:lnTo>
                  <a:lnTo>
                    <a:pt x="5534063" y="180378"/>
                  </a:lnTo>
                  <a:lnTo>
                    <a:pt x="5538127" y="173456"/>
                  </a:lnTo>
                  <a:lnTo>
                    <a:pt x="5569940" y="148983"/>
                  </a:lnTo>
                  <a:lnTo>
                    <a:pt x="5586819" y="146558"/>
                  </a:lnTo>
                  <a:lnTo>
                    <a:pt x="5596648" y="147205"/>
                  </a:lnTo>
                  <a:lnTo>
                    <a:pt x="5628106" y="180848"/>
                  </a:lnTo>
                  <a:lnTo>
                    <a:pt x="5628767" y="192786"/>
                  </a:lnTo>
                  <a:lnTo>
                    <a:pt x="5628767" y="359867"/>
                  </a:lnTo>
                  <a:lnTo>
                    <a:pt x="5684228" y="359867"/>
                  </a:lnTo>
                  <a:lnTo>
                    <a:pt x="5684228" y="192100"/>
                  </a:lnTo>
                  <a:close/>
                </a:path>
                <a:path w="7588884" h="1002029">
                  <a:moveTo>
                    <a:pt x="6189218" y="18034"/>
                  </a:moveTo>
                  <a:lnTo>
                    <a:pt x="6121908" y="18034"/>
                  </a:lnTo>
                  <a:lnTo>
                    <a:pt x="6019203" y="274294"/>
                  </a:lnTo>
                  <a:lnTo>
                    <a:pt x="5916269" y="18034"/>
                  </a:lnTo>
                  <a:lnTo>
                    <a:pt x="5848959" y="18034"/>
                  </a:lnTo>
                  <a:lnTo>
                    <a:pt x="5848959" y="359867"/>
                  </a:lnTo>
                  <a:lnTo>
                    <a:pt x="5905779" y="359867"/>
                  </a:lnTo>
                  <a:lnTo>
                    <a:pt x="5905779" y="224917"/>
                  </a:lnTo>
                  <a:lnTo>
                    <a:pt x="5894730" y="87261"/>
                  </a:lnTo>
                  <a:lnTo>
                    <a:pt x="5998007" y="359867"/>
                  </a:lnTo>
                  <a:lnTo>
                    <a:pt x="6039942" y="359867"/>
                  </a:lnTo>
                  <a:lnTo>
                    <a:pt x="6143434" y="87706"/>
                  </a:lnTo>
                  <a:lnTo>
                    <a:pt x="6132398" y="224917"/>
                  </a:lnTo>
                  <a:lnTo>
                    <a:pt x="6132398" y="359867"/>
                  </a:lnTo>
                  <a:lnTo>
                    <a:pt x="6189218" y="359867"/>
                  </a:lnTo>
                  <a:lnTo>
                    <a:pt x="6189218" y="18034"/>
                  </a:lnTo>
                  <a:close/>
                </a:path>
                <a:path w="7588884" h="1002029">
                  <a:moveTo>
                    <a:pt x="6307315" y="102362"/>
                  </a:moveTo>
                  <a:lnTo>
                    <a:pt x="6251841" y="102362"/>
                  </a:lnTo>
                  <a:lnTo>
                    <a:pt x="6251841" y="359867"/>
                  </a:lnTo>
                  <a:lnTo>
                    <a:pt x="6307315" y="359867"/>
                  </a:lnTo>
                  <a:lnTo>
                    <a:pt x="6307315" y="102362"/>
                  </a:lnTo>
                  <a:close/>
                </a:path>
                <a:path w="7588884" h="1002029">
                  <a:moveTo>
                    <a:pt x="6311595" y="35928"/>
                  </a:moveTo>
                  <a:lnTo>
                    <a:pt x="6308814" y="28663"/>
                  </a:lnTo>
                  <a:lnTo>
                    <a:pt x="6303251" y="22656"/>
                  </a:lnTo>
                  <a:lnTo>
                    <a:pt x="6297688" y="16573"/>
                  </a:lnTo>
                  <a:lnTo>
                    <a:pt x="6289954" y="13525"/>
                  </a:lnTo>
                  <a:lnTo>
                    <a:pt x="6269875" y="13525"/>
                  </a:lnTo>
                  <a:lnTo>
                    <a:pt x="6262103" y="16573"/>
                  </a:lnTo>
                  <a:lnTo>
                    <a:pt x="6251359" y="28663"/>
                  </a:lnTo>
                  <a:lnTo>
                    <a:pt x="6248692" y="35928"/>
                  </a:lnTo>
                  <a:lnTo>
                    <a:pt x="6248692" y="52603"/>
                  </a:lnTo>
                  <a:lnTo>
                    <a:pt x="6251359" y="59715"/>
                  </a:lnTo>
                  <a:lnTo>
                    <a:pt x="6256693" y="65722"/>
                  </a:lnTo>
                  <a:lnTo>
                    <a:pt x="6262103" y="71666"/>
                  </a:lnTo>
                  <a:lnTo>
                    <a:pt x="6269875" y="74625"/>
                  </a:lnTo>
                  <a:lnTo>
                    <a:pt x="6289954" y="74625"/>
                  </a:lnTo>
                  <a:lnTo>
                    <a:pt x="6297688" y="71666"/>
                  </a:lnTo>
                  <a:lnTo>
                    <a:pt x="6308839" y="59715"/>
                  </a:lnTo>
                  <a:lnTo>
                    <a:pt x="6311595" y="52603"/>
                  </a:lnTo>
                  <a:lnTo>
                    <a:pt x="6311595" y="35928"/>
                  </a:lnTo>
                  <a:close/>
                </a:path>
                <a:path w="7588884" h="1002029">
                  <a:moveTo>
                    <a:pt x="6565824" y="192100"/>
                  </a:moveTo>
                  <a:lnTo>
                    <a:pt x="6559880" y="148894"/>
                  </a:lnTo>
                  <a:lnTo>
                    <a:pt x="6529959" y="110223"/>
                  </a:lnTo>
                  <a:lnTo>
                    <a:pt x="6480810" y="97853"/>
                  </a:lnTo>
                  <a:lnTo>
                    <a:pt x="6458496" y="99314"/>
                  </a:lnTo>
                  <a:lnTo>
                    <a:pt x="6439916" y="103682"/>
                  </a:lnTo>
                  <a:lnTo>
                    <a:pt x="6425070" y="110985"/>
                  </a:lnTo>
                  <a:lnTo>
                    <a:pt x="6413957" y="121196"/>
                  </a:lnTo>
                  <a:lnTo>
                    <a:pt x="6413055" y="102362"/>
                  </a:lnTo>
                  <a:lnTo>
                    <a:pt x="6360414" y="102362"/>
                  </a:lnTo>
                  <a:lnTo>
                    <a:pt x="6360414" y="359867"/>
                  </a:lnTo>
                  <a:lnTo>
                    <a:pt x="6415646" y="359867"/>
                  </a:lnTo>
                  <a:lnTo>
                    <a:pt x="6415646" y="180378"/>
                  </a:lnTo>
                  <a:lnTo>
                    <a:pt x="6419723" y="173456"/>
                  </a:lnTo>
                  <a:lnTo>
                    <a:pt x="6451536" y="148983"/>
                  </a:lnTo>
                  <a:lnTo>
                    <a:pt x="6468415" y="146558"/>
                  </a:lnTo>
                  <a:lnTo>
                    <a:pt x="6478244" y="147205"/>
                  </a:lnTo>
                  <a:lnTo>
                    <a:pt x="6509702" y="180848"/>
                  </a:lnTo>
                  <a:lnTo>
                    <a:pt x="6510350" y="192786"/>
                  </a:lnTo>
                  <a:lnTo>
                    <a:pt x="6510350" y="359867"/>
                  </a:lnTo>
                  <a:lnTo>
                    <a:pt x="6565824" y="359867"/>
                  </a:lnTo>
                  <a:lnTo>
                    <a:pt x="6565824" y="192100"/>
                  </a:lnTo>
                  <a:close/>
                </a:path>
                <a:path w="7588884" h="1002029">
                  <a:moveTo>
                    <a:pt x="6671145" y="102362"/>
                  </a:moveTo>
                  <a:lnTo>
                    <a:pt x="6615671" y="102362"/>
                  </a:lnTo>
                  <a:lnTo>
                    <a:pt x="6615671" y="359867"/>
                  </a:lnTo>
                  <a:lnTo>
                    <a:pt x="6671145" y="359867"/>
                  </a:lnTo>
                  <a:lnTo>
                    <a:pt x="6671145" y="102362"/>
                  </a:lnTo>
                  <a:close/>
                </a:path>
                <a:path w="7588884" h="1002029">
                  <a:moveTo>
                    <a:pt x="6675425" y="35928"/>
                  </a:moveTo>
                  <a:lnTo>
                    <a:pt x="6672643" y="28663"/>
                  </a:lnTo>
                  <a:lnTo>
                    <a:pt x="6667081" y="22656"/>
                  </a:lnTo>
                  <a:lnTo>
                    <a:pt x="6661518" y="16573"/>
                  </a:lnTo>
                  <a:lnTo>
                    <a:pt x="6653784" y="13525"/>
                  </a:lnTo>
                  <a:lnTo>
                    <a:pt x="6633718" y="13525"/>
                  </a:lnTo>
                  <a:lnTo>
                    <a:pt x="6625933" y="16573"/>
                  </a:lnTo>
                  <a:lnTo>
                    <a:pt x="6615189" y="28663"/>
                  </a:lnTo>
                  <a:lnTo>
                    <a:pt x="6612522" y="35928"/>
                  </a:lnTo>
                  <a:lnTo>
                    <a:pt x="6612522" y="52603"/>
                  </a:lnTo>
                  <a:lnTo>
                    <a:pt x="6615189" y="59715"/>
                  </a:lnTo>
                  <a:lnTo>
                    <a:pt x="6620523" y="65722"/>
                  </a:lnTo>
                  <a:lnTo>
                    <a:pt x="6625933" y="71666"/>
                  </a:lnTo>
                  <a:lnTo>
                    <a:pt x="6633718" y="74625"/>
                  </a:lnTo>
                  <a:lnTo>
                    <a:pt x="6653784" y="74625"/>
                  </a:lnTo>
                  <a:lnTo>
                    <a:pt x="6661518" y="71666"/>
                  </a:lnTo>
                  <a:lnTo>
                    <a:pt x="6672669" y="59715"/>
                  </a:lnTo>
                  <a:lnTo>
                    <a:pt x="6675425" y="52603"/>
                  </a:lnTo>
                  <a:lnTo>
                    <a:pt x="6675425" y="35928"/>
                  </a:lnTo>
                  <a:close/>
                </a:path>
                <a:path w="7588884" h="1002029">
                  <a:moveTo>
                    <a:pt x="7079602" y="192786"/>
                  </a:moveTo>
                  <a:lnTo>
                    <a:pt x="7073760" y="150279"/>
                  </a:lnTo>
                  <a:lnTo>
                    <a:pt x="7043471" y="110794"/>
                  </a:lnTo>
                  <a:lnTo>
                    <a:pt x="6990982" y="97853"/>
                  </a:lnTo>
                  <a:lnTo>
                    <a:pt x="6977342" y="98577"/>
                  </a:lnTo>
                  <a:lnTo>
                    <a:pt x="6932308" y="115125"/>
                  </a:lnTo>
                  <a:lnTo>
                    <a:pt x="6914540" y="130327"/>
                  </a:lnTo>
                  <a:lnTo>
                    <a:pt x="6910768" y="124460"/>
                  </a:lnTo>
                  <a:lnTo>
                    <a:pt x="6878269" y="103619"/>
                  </a:lnTo>
                  <a:lnTo>
                    <a:pt x="6843522" y="97853"/>
                  </a:lnTo>
                  <a:lnTo>
                    <a:pt x="6821030" y="99123"/>
                  </a:lnTo>
                  <a:lnTo>
                    <a:pt x="6802514" y="102933"/>
                  </a:lnTo>
                  <a:lnTo>
                    <a:pt x="6787947" y="109270"/>
                  </a:lnTo>
                  <a:lnTo>
                    <a:pt x="6777342" y="118148"/>
                  </a:lnTo>
                  <a:lnTo>
                    <a:pt x="6776771" y="102362"/>
                  </a:lnTo>
                  <a:lnTo>
                    <a:pt x="6723786" y="102362"/>
                  </a:lnTo>
                  <a:lnTo>
                    <a:pt x="6723786" y="359867"/>
                  </a:lnTo>
                  <a:lnTo>
                    <a:pt x="6779260" y="359867"/>
                  </a:lnTo>
                  <a:lnTo>
                    <a:pt x="6779260" y="175755"/>
                  </a:lnTo>
                  <a:lnTo>
                    <a:pt x="6787121" y="162979"/>
                  </a:lnTo>
                  <a:lnTo>
                    <a:pt x="6797967" y="153860"/>
                  </a:lnTo>
                  <a:lnTo>
                    <a:pt x="6811810" y="148386"/>
                  </a:lnTo>
                  <a:lnTo>
                    <a:pt x="6828637" y="146558"/>
                  </a:lnTo>
                  <a:lnTo>
                    <a:pt x="6838670" y="147205"/>
                  </a:lnTo>
                  <a:lnTo>
                    <a:pt x="6870941" y="170878"/>
                  </a:lnTo>
                  <a:lnTo>
                    <a:pt x="6873964" y="192557"/>
                  </a:lnTo>
                  <a:lnTo>
                    <a:pt x="6873964" y="359867"/>
                  </a:lnTo>
                  <a:lnTo>
                    <a:pt x="6929209" y="359867"/>
                  </a:lnTo>
                  <a:lnTo>
                    <a:pt x="6929209" y="191541"/>
                  </a:lnTo>
                  <a:lnTo>
                    <a:pt x="6930885" y="182537"/>
                  </a:lnTo>
                  <a:lnTo>
                    <a:pt x="6958914" y="149860"/>
                  </a:lnTo>
                  <a:lnTo>
                    <a:pt x="6978802" y="146558"/>
                  </a:lnTo>
                  <a:lnTo>
                    <a:pt x="6988975" y="147142"/>
                  </a:lnTo>
                  <a:lnTo>
                    <a:pt x="7021144" y="169506"/>
                  </a:lnTo>
                  <a:lnTo>
                    <a:pt x="7024129" y="192328"/>
                  </a:lnTo>
                  <a:lnTo>
                    <a:pt x="7024129" y="359867"/>
                  </a:lnTo>
                  <a:lnTo>
                    <a:pt x="7079602" y="359867"/>
                  </a:lnTo>
                  <a:lnTo>
                    <a:pt x="7079602" y="192786"/>
                  </a:lnTo>
                  <a:close/>
                </a:path>
                <a:path w="7588884" h="1002029">
                  <a:moveTo>
                    <a:pt x="7337717" y="348145"/>
                  </a:moveTo>
                  <a:lnTo>
                    <a:pt x="7335825" y="342722"/>
                  </a:lnTo>
                  <a:lnTo>
                    <a:pt x="7333970" y="337426"/>
                  </a:lnTo>
                  <a:lnTo>
                    <a:pt x="7331291" y="325145"/>
                  </a:lnTo>
                  <a:lnTo>
                    <a:pt x="7330046" y="314312"/>
                  </a:lnTo>
                  <a:lnTo>
                    <a:pt x="7329970" y="313677"/>
                  </a:lnTo>
                  <a:lnTo>
                    <a:pt x="7329691" y="311277"/>
                  </a:lnTo>
                  <a:lnTo>
                    <a:pt x="7329602" y="308610"/>
                  </a:lnTo>
                  <a:lnTo>
                    <a:pt x="7329259" y="298970"/>
                  </a:lnTo>
                  <a:lnTo>
                    <a:pt x="7329157" y="241261"/>
                  </a:lnTo>
                  <a:lnTo>
                    <a:pt x="7329119" y="185788"/>
                  </a:lnTo>
                  <a:lnTo>
                    <a:pt x="7322286" y="147739"/>
                  </a:lnTo>
                  <a:lnTo>
                    <a:pt x="7286701" y="110286"/>
                  </a:lnTo>
                  <a:lnTo>
                    <a:pt x="7231748" y="97853"/>
                  </a:lnTo>
                  <a:lnTo>
                    <a:pt x="7209536" y="99415"/>
                  </a:lnTo>
                  <a:lnTo>
                    <a:pt x="7171944" y="111874"/>
                  </a:lnTo>
                  <a:lnTo>
                    <a:pt x="7135152" y="150368"/>
                  </a:lnTo>
                  <a:lnTo>
                    <a:pt x="7135088" y="150558"/>
                  </a:lnTo>
                  <a:lnTo>
                    <a:pt x="7129805" y="166255"/>
                  </a:lnTo>
                  <a:lnTo>
                    <a:pt x="7129729" y="166966"/>
                  </a:lnTo>
                  <a:lnTo>
                    <a:pt x="7128027" y="183540"/>
                  </a:lnTo>
                  <a:lnTo>
                    <a:pt x="7183260" y="183540"/>
                  </a:lnTo>
                  <a:lnTo>
                    <a:pt x="7184034" y="174688"/>
                  </a:lnTo>
                  <a:lnTo>
                    <a:pt x="7186333" y="166966"/>
                  </a:lnTo>
                  <a:lnTo>
                    <a:pt x="7219162" y="145605"/>
                  </a:lnTo>
                  <a:lnTo>
                    <a:pt x="7229259" y="144983"/>
                  </a:lnTo>
                  <a:lnTo>
                    <a:pt x="7238784" y="145605"/>
                  </a:lnTo>
                  <a:lnTo>
                    <a:pt x="7239546" y="145605"/>
                  </a:lnTo>
                  <a:lnTo>
                    <a:pt x="7271144" y="168935"/>
                  </a:lnTo>
                  <a:lnTo>
                    <a:pt x="7273912" y="185788"/>
                  </a:lnTo>
                  <a:lnTo>
                    <a:pt x="7273912" y="198424"/>
                  </a:lnTo>
                  <a:lnTo>
                    <a:pt x="7273912" y="241261"/>
                  </a:lnTo>
                  <a:lnTo>
                    <a:pt x="7273912" y="283197"/>
                  </a:lnTo>
                  <a:lnTo>
                    <a:pt x="7270648" y="288531"/>
                  </a:lnTo>
                  <a:lnTo>
                    <a:pt x="7237323" y="311785"/>
                  </a:lnTo>
                  <a:lnTo>
                    <a:pt x="7218210" y="314312"/>
                  </a:lnTo>
                  <a:lnTo>
                    <a:pt x="7208647" y="313677"/>
                  </a:lnTo>
                  <a:lnTo>
                    <a:pt x="7178916" y="286626"/>
                  </a:lnTo>
                  <a:lnTo>
                    <a:pt x="7178307" y="279590"/>
                  </a:lnTo>
                  <a:lnTo>
                    <a:pt x="7182282" y="263283"/>
                  </a:lnTo>
                  <a:lnTo>
                    <a:pt x="7194232" y="251460"/>
                  </a:lnTo>
                  <a:lnTo>
                    <a:pt x="7214133" y="244119"/>
                  </a:lnTo>
                  <a:lnTo>
                    <a:pt x="7242010" y="241261"/>
                  </a:lnTo>
                  <a:lnTo>
                    <a:pt x="7273912" y="241261"/>
                  </a:lnTo>
                  <a:lnTo>
                    <a:pt x="7273912" y="198424"/>
                  </a:lnTo>
                  <a:lnTo>
                    <a:pt x="7239406" y="198424"/>
                  </a:lnTo>
                  <a:lnTo>
                    <a:pt x="7214463" y="199796"/>
                  </a:lnTo>
                  <a:lnTo>
                    <a:pt x="7172185" y="210781"/>
                  </a:lnTo>
                  <a:lnTo>
                    <a:pt x="7140842" y="232702"/>
                  </a:lnTo>
                  <a:lnTo>
                    <a:pt x="7122833" y="285229"/>
                  </a:lnTo>
                  <a:lnTo>
                    <a:pt x="7124370" y="301256"/>
                  </a:lnTo>
                  <a:lnTo>
                    <a:pt x="7147420" y="341490"/>
                  </a:lnTo>
                  <a:lnTo>
                    <a:pt x="7193026" y="362940"/>
                  </a:lnTo>
                  <a:lnTo>
                    <a:pt x="7212127" y="364375"/>
                  </a:lnTo>
                  <a:lnTo>
                    <a:pt x="7223861" y="363778"/>
                  </a:lnTo>
                  <a:lnTo>
                    <a:pt x="7267638" y="348513"/>
                  </a:lnTo>
                  <a:lnTo>
                    <a:pt x="7276389" y="342722"/>
                  </a:lnTo>
                  <a:lnTo>
                    <a:pt x="7276617" y="344982"/>
                  </a:lnTo>
                  <a:lnTo>
                    <a:pt x="7278865" y="350697"/>
                  </a:lnTo>
                  <a:lnTo>
                    <a:pt x="7283158" y="359867"/>
                  </a:lnTo>
                  <a:lnTo>
                    <a:pt x="7337717" y="359867"/>
                  </a:lnTo>
                  <a:lnTo>
                    <a:pt x="7337717" y="348145"/>
                  </a:lnTo>
                  <a:close/>
                </a:path>
                <a:path w="7588884" h="1002029">
                  <a:moveTo>
                    <a:pt x="7588478" y="359867"/>
                  </a:moveTo>
                  <a:lnTo>
                    <a:pt x="7501661" y="229539"/>
                  </a:lnTo>
                  <a:lnTo>
                    <a:pt x="7586002" y="102362"/>
                  </a:lnTo>
                  <a:lnTo>
                    <a:pt x="7520610" y="102362"/>
                  </a:lnTo>
                  <a:lnTo>
                    <a:pt x="7470318" y="184886"/>
                  </a:lnTo>
                  <a:lnTo>
                    <a:pt x="7420724" y="102362"/>
                  </a:lnTo>
                  <a:lnTo>
                    <a:pt x="7356234" y="102362"/>
                  </a:lnTo>
                  <a:lnTo>
                    <a:pt x="7440333" y="229539"/>
                  </a:lnTo>
                  <a:lnTo>
                    <a:pt x="7353744" y="359867"/>
                  </a:lnTo>
                  <a:lnTo>
                    <a:pt x="7418692" y="359867"/>
                  </a:lnTo>
                  <a:lnTo>
                    <a:pt x="7471232" y="274408"/>
                  </a:lnTo>
                  <a:lnTo>
                    <a:pt x="7523759" y="359867"/>
                  </a:lnTo>
                  <a:lnTo>
                    <a:pt x="7588478" y="359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1600" y="6858000"/>
              <a:ext cx="2260600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636" y="1748244"/>
            <a:ext cx="8818245" cy="16040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685165" algn="just">
              <a:lnSpc>
                <a:spcPts val="3090"/>
              </a:lnSpc>
              <a:spcBef>
                <a:spcPts val="265"/>
              </a:spcBef>
            </a:pPr>
            <a:r>
              <a:rPr dirty="0"/>
              <a:t>To</a:t>
            </a:r>
            <a:r>
              <a:rPr spc="65" dirty="0"/>
              <a:t> </a:t>
            </a:r>
            <a:r>
              <a:rPr dirty="0"/>
              <a:t>develop</a:t>
            </a:r>
            <a:r>
              <a:rPr spc="-15" dirty="0"/>
              <a:t> </a:t>
            </a:r>
            <a:r>
              <a:rPr dirty="0"/>
              <a:t>an</a:t>
            </a:r>
            <a:r>
              <a:rPr spc="10" dirty="0"/>
              <a:t> </a:t>
            </a:r>
            <a:r>
              <a:rPr dirty="0"/>
              <a:t>Artif</a:t>
            </a:r>
            <a:r>
              <a:rPr spc="-145" dirty="0"/>
              <a:t> </a:t>
            </a:r>
            <a:r>
              <a:rPr spc="-710" dirty="0"/>
              <a:t>i</a:t>
            </a:r>
            <a:r>
              <a:rPr spc="65" dirty="0"/>
              <a:t>c</a:t>
            </a:r>
            <a:r>
              <a:rPr spc="35" dirty="0"/>
              <a:t>i</a:t>
            </a:r>
            <a:r>
              <a:rPr spc="15" dirty="0"/>
              <a:t>a</a:t>
            </a:r>
            <a:r>
              <a:rPr spc="-5" dirty="0"/>
              <a:t>l</a:t>
            </a:r>
            <a:r>
              <a:rPr spc="55" dirty="0"/>
              <a:t> </a:t>
            </a:r>
            <a:r>
              <a:rPr dirty="0"/>
              <a:t>Intelligence</a:t>
            </a:r>
            <a:r>
              <a:rPr spc="65" dirty="0"/>
              <a:t> </a:t>
            </a:r>
            <a:r>
              <a:rPr dirty="0"/>
              <a:t>(AI)</a:t>
            </a:r>
            <a:r>
              <a:rPr spc="-10" dirty="0"/>
              <a:t> </a:t>
            </a:r>
            <a:r>
              <a:rPr dirty="0"/>
              <a:t>player</a:t>
            </a:r>
            <a:r>
              <a:rPr spc="20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spc="-25" dirty="0"/>
              <a:t>the </a:t>
            </a:r>
            <a:r>
              <a:rPr dirty="0"/>
              <a:t>game</a:t>
            </a:r>
            <a:r>
              <a:rPr spc="280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-20" dirty="0"/>
              <a:t>Tic-</a:t>
            </a:r>
            <a:r>
              <a:rPr spc="-35" dirty="0"/>
              <a:t>Tac-</a:t>
            </a:r>
            <a:r>
              <a:rPr dirty="0"/>
              <a:t>Toe</a:t>
            </a:r>
            <a:r>
              <a:rPr spc="290" dirty="0"/>
              <a:t> </a:t>
            </a:r>
            <a:r>
              <a:rPr dirty="0"/>
              <a:t>that</a:t>
            </a:r>
            <a:r>
              <a:rPr spc="270" dirty="0"/>
              <a:t> </a:t>
            </a:r>
            <a:r>
              <a:rPr dirty="0"/>
              <a:t>consistently</a:t>
            </a:r>
            <a:r>
              <a:rPr spc="204" dirty="0"/>
              <a:t> </a:t>
            </a:r>
            <a:r>
              <a:rPr dirty="0"/>
              <a:t>plays</a:t>
            </a:r>
            <a:r>
              <a:rPr spc="204" dirty="0"/>
              <a:t> </a:t>
            </a:r>
            <a:r>
              <a:rPr dirty="0"/>
              <a:t>optimally</a:t>
            </a:r>
            <a:r>
              <a:rPr spc="210" dirty="0"/>
              <a:t> </a:t>
            </a:r>
            <a:r>
              <a:rPr spc="-25" dirty="0"/>
              <a:t>or </a:t>
            </a:r>
            <a:r>
              <a:rPr spc="95" dirty="0"/>
              <a:t>near-</a:t>
            </a:r>
            <a:r>
              <a:rPr spc="80" dirty="0"/>
              <a:t>optimally,</a:t>
            </a:r>
            <a:r>
              <a:rPr spc="425" dirty="0"/>
              <a:t> </a:t>
            </a:r>
            <a:r>
              <a:rPr spc="125" dirty="0"/>
              <a:t>providing</a:t>
            </a:r>
            <a:r>
              <a:rPr spc="345" dirty="0"/>
              <a:t> </a:t>
            </a:r>
            <a:r>
              <a:rPr dirty="0"/>
              <a:t>a</a:t>
            </a:r>
            <a:r>
              <a:rPr spc="390" dirty="0"/>
              <a:t> </a:t>
            </a:r>
            <a:r>
              <a:rPr spc="130" dirty="0"/>
              <a:t>challenging</a:t>
            </a:r>
            <a:r>
              <a:rPr spc="345" dirty="0"/>
              <a:t> </a:t>
            </a:r>
            <a:r>
              <a:rPr spc="105" dirty="0"/>
              <a:t>and</a:t>
            </a:r>
            <a:r>
              <a:rPr spc="450" dirty="0"/>
              <a:t> </a:t>
            </a:r>
            <a:r>
              <a:rPr spc="114" dirty="0"/>
              <a:t>variable </a:t>
            </a:r>
            <a:r>
              <a:rPr dirty="0"/>
              <a:t>experience</a:t>
            </a:r>
            <a:r>
              <a:rPr spc="-4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human</a:t>
            </a:r>
            <a:r>
              <a:rPr spc="-95" dirty="0"/>
              <a:t> </a:t>
            </a:r>
            <a:r>
              <a:rPr spc="-10" dirty="0"/>
              <a:t>opponent.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956" y="565949"/>
            <a:ext cx="657860" cy="456565"/>
          </a:xfrm>
          <a:custGeom>
            <a:avLst/>
            <a:gdLst/>
            <a:ahLst/>
            <a:cxnLst/>
            <a:rect l="l" t="t" r="r" b="b"/>
            <a:pathLst>
              <a:path w="657860" h="456565">
                <a:moveTo>
                  <a:pt x="308457" y="359867"/>
                </a:moveTo>
                <a:lnTo>
                  <a:pt x="275590" y="273964"/>
                </a:lnTo>
                <a:lnTo>
                  <a:pt x="256794" y="224802"/>
                </a:lnTo>
                <a:lnTo>
                  <a:pt x="208394" y="98310"/>
                </a:lnTo>
                <a:lnTo>
                  <a:pt x="200113" y="76669"/>
                </a:lnTo>
                <a:lnTo>
                  <a:pt x="200113" y="224802"/>
                </a:lnTo>
                <a:lnTo>
                  <a:pt x="108127" y="224802"/>
                </a:lnTo>
                <a:lnTo>
                  <a:pt x="154127" y="98310"/>
                </a:lnTo>
                <a:lnTo>
                  <a:pt x="200113" y="224802"/>
                </a:lnTo>
                <a:lnTo>
                  <a:pt x="200113" y="76669"/>
                </a:lnTo>
                <a:lnTo>
                  <a:pt x="177685" y="18034"/>
                </a:lnTo>
                <a:lnTo>
                  <a:pt x="130327" y="18034"/>
                </a:lnTo>
                <a:lnTo>
                  <a:pt x="0" y="359867"/>
                </a:lnTo>
                <a:lnTo>
                  <a:pt x="58966" y="359867"/>
                </a:lnTo>
                <a:lnTo>
                  <a:pt x="90081" y="273964"/>
                </a:lnTo>
                <a:lnTo>
                  <a:pt x="217932" y="273964"/>
                </a:lnTo>
                <a:lnTo>
                  <a:pt x="249275" y="359867"/>
                </a:lnTo>
                <a:lnTo>
                  <a:pt x="308457" y="359867"/>
                </a:lnTo>
                <a:close/>
              </a:path>
              <a:path w="657860" h="456565">
                <a:moveTo>
                  <a:pt x="395008" y="0"/>
                </a:moveTo>
                <a:lnTo>
                  <a:pt x="339547" y="0"/>
                </a:lnTo>
                <a:lnTo>
                  <a:pt x="339547" y="359867"/>
                </a:lnTo>
                <a:lnTo>
                  <a:pt x="395008" y="359867"/>
                </a:lnTo>
                <a:lnTo>
                  <a:pt x="395008" y="0"/>
                </a:lnTo>
                <a:close/>
              </a:path>
              <a:path w="657860" h="456565">
                <a:moveTo>
                  <a:pt x="657580" y="102362"/>
                </a:moveTo>
                <a:lnTo>
                  <a:pt x="606615" y="102362"/>
                </a:lnTo>
                <a:lnTo>
                  <a:pt x="606577" y="102958"/>
                </a:lnTo>
                <a:lnTo>
                  <a:pt x="605497" y="118262"/>
                </a:lnTo>
                <a:lnTo>
                  <a:pt x="602335" y="115468"/>
                </a:lnTo>
                <a:lnTo>
                  <a:pt x="602335" y="176669"/>
                </a:lnTo>
                <a:lnTo>
                  <a:pt x="602335" y="284556"/>
                </a:lnTo>
                <a:lnTo>
                  <a:pt x="593166" y="298069"/>
                </a:lnTo>
                <a:lnTo>
                  <a:pt x="581533" y="307721"/>
                </a:lnTo>
                <a:lnTo>
                  <a:pt x="567461" y="313512"/>
                </a:lnTo>
                <a:lnTo>
                  <a:pt x="550926" y="315442"/>
                </a:lnTo>
                <a:lnTo>
                  <a:pt x="536943" y="313969"/>
                </a:lnTo>
                <a:lnTo>
                  <a:pt x="501167" y="279425"/>
                </a:lnTo>
                <a:lnTo>
                  <a:pt x="493433" y="233819"/>
                </a:lnTo>
                <a:lnTo>
                  <a:pt x="493433" y="229082"/>
                </a:lnTo>
                <a:lnTo>
                  <a:pt x="501230" y="183235"/>
                </a:lnTo>
                <a:lnTo>
                  <a:pt x="525310" y="152565"/>
                </a:lnTo>
                <a:lnTo>
                  <a:pt x="551383" y="146558"/>
                </a:lnTo>
                <a:lnTo>
                  <a:pt x="560781" y="147116"/>
                </a:lnTo>
                <a:lnTo>
                  <a:pt x="594423" y="165214"/>
                </a:lnTo>
                <a:lnTo>
                  <a:pt x="602335" y="176669"/>
                </a:lnTo>
                <a:lnTo>
                  <a:pt x="602335" y="115468"/>
                </a:lnTo>
                <a:lnTo>
                  <a:pt x="595426" y="109334"/>
                </a:lnTo>
                <a:lnTo>
                  <a:pt x="581367" y="102958"/>
                </a:lnTo>
                <a:lnTo>
                  <a:pt x="563295" y="99136"/>
                </a:lnTo>
                <a:lnTo>
                  <a:pt x="541235" y="97853"/>
                </a:lnTo>
                <a:lnTo>
                  <a:pt x="518502" y="100139"/>
                </a:lnTo>
                <a:lnTo>
                  <a:pt x="480733" y="118402"/>
                </a:lnTo>
                <a:lnTo>
                  <a:pt x="453656" y="154000"/>
                </a:lnTo>
                <a:lnTo>
                  <a:pt x="444995" y="176669"/>
                </a:lnTo>
                <a:lnTo>
                  <a:pt x="439902" y="201358"/>
                </a:lnTo>
                <a:lnTo>
                  <a:pt x="438188" y="229082"/>
                </a:lnTo>
                <a:lnTo>
                  <a:pt x="438188" y="233819"/>
                </a:lnTo>
                <a:lnTo>
                  <a:pt x="445096" y="284949"/>
                </a:lnTo>
                <a:lnTo>
                  <a:pt x="465810" y="326948"/>
                </a:lnTo>
                <a:lnTo>
                  <a:pt x="498360" y="355015"/>
                </a:lnTo>
                <a:lnTo>
                  <a:pt x="540778" y="364375"/>
                </a:lnTo>
                <a:lnTo>
                  <a:pt x="562127" y="363283"/>
                </a:lnTo>
                <a:lnTo>
                  <a:pt x="579501" y="360006"/>
                </a:lnTo>
                <a:lnTo>
                  <a:pt x="592912" y="354545"/>
                </a:lnTo>
                <a:lnTo>
                  <a:pt x="602335" y="346900"/>
                </a:lnTo>
                <a:lnTo>
                  <a:pt x="602335" y="349948"/>
                </a:lnTo>
                <a:lnTo>
                  <a:pt x="586867" y="393573"/>
                </a:lnTo>
                <a:lnTo>
                  <a:pt x="544385" y="408343"/>
                </a:lnTo>
                <a:lnTo>
                  <a:pt x="527126" y="406057"/>
                </a:lnTo>
                <a:lnTo>
                  <a:pt x="510514" y="399186"/>
                </a:lnTo>
                <a:lnTo>
                  <a:pt x="494538" y="387731"/>
                </a:lnTo>
                <a:lnTo>
                  <a:pt x="479221" y="371703"/>
                </a:lnTo>
                <a:lnTo>
                  <a:pt x="448564" y="406425"/>
                </a:lnTo>
                <a:lnTo>
                  <a:pt x="484301" y="440169"/>
                </a:lnTo>
                <a:lnTo>
                  <a:pt x="525221" y="453694"/>
                </a:lnTo>
                <a:lnTo>
                  <a:pt x="547547" y="456145"/>
                </a:lnTo>
                <a:lnTo>
                  <a:pt x="570534" y="454367"/>
                </a:lnTo>
                <a:lnTo>
                  <a:pt x="610057" y="440169"/>
                </a:lnTo>
                <a:lnTo>
                  <a:pt x="640143" y="412089"/>
                </a:lnTo>
                <a:lnTo>
                  <a:pt x="642099" y="408343"/>
                </a:lnTo>
                <a:lnTo>
                  <a:pt x="649833" y="393573"/>
                </a:lnTo>
                <a:lnTo>
                  <a:pt x="655637" y="372186"/>
                </a:lnTo>
                <a:lnTo>
                  <a:pt x="655675" y="371703"/>
                </a:lnTo>
                <a:lnTo>
                  <a:pt x="657580" y="347916"/>
                </a:lnTo>
                <a:lnTo>
                  <a:pt x="657580" y="346900"/>
                </a:lnTo>
                <a:lnTo>
                  <a:pt x="657580" y="315442"/>
                </a:lnTo>
                <a:lnTo>
                  <a:pt x="657580" y="146558"/>
                </a:lnTo>
                <a:lnTo>
                  <a:pt x="657580" y="118262"/>
                </a:lnTo>
                <a:lnTo>
                  <a:pt x="657580" y="102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43889" y="565949"/>
            <a:ext cx="902335" cy="364490"/>
          </a:xfrm>
          <a:custGeom>
            <a:avLst/>
            <a:gdLst/>
            <a:ahLst/>
            <a:cxnLst/>
            <a:rect l="l" t="t" r="r" b="b"/>
            <a:pathLst>
              <a:path w="902335" h="364490">
                <a:moveTo>
                  <a:pt x="235635" y="226377"/>
                </a:moveTo>
                <a:lnTo>
                  <a:pt x="233362" y="200202"/>
                </a:lnTo>
                <a:lnTo>
                  <a:pt x="227228" y="176212"/>
                </a:lnTo>
                <a:lnTo>
                  <a:pt x="217246" y="154432"/>
                </a:lnTo>
                <a:lnTo>
                  <a:pt x="211035" y="145656"/>
                </a:lnTo>
                <a:lnTo>
                  <a:pt x="203390" y="134835"/>
                </a:lnTo>
                <a:lnTo>
                  <a:pt x="186182" y="118656"/>
                </a:lnTo>
                <a:lnTo>
                  <a:pt x="180162" y="115189"/>
                </a:lnTo>
                <a:lnTo>
                  <a:pt x="180162" y="228638"/>
                </a:lnTo>
                <a:lnTo>
                  <a:pt x="180162" y="234505"/>
                </a:lnTo>
                <a:lnTo>
                  <a:pt x="171069" y="280073"/>
                </a:lnTo>
                <a:lnTo>
                  <a:pt x="144830" y="310515"/>
                </a:lnTo>
                <a:lnTo>
                  <a:pt x="132295" y="315061"/>
                </a:lnTo>
                <a:lnTo>
                  <a:pt x="132435" y="315061"/>
                </a:lnTo>
                <a:lnTo>
                  <a:pt x="117932" y="316572"/>
                </a:lnTo>
                <a:lnTo>
                  <a:pt x="103276" y="315061"/>
                </a:lnTo>
                <a:lnTo>
                  <a:pt x="90563" y="310515"/>
                </a:lnTo>
                <a:lnTo>
                  <a:pt x="64058" y="279590"/>
                </a:lnTo>
                <a:lnTo>
                  <a:pt x="55283" y="234505"/>
                </a:lnTo>
                <a:lnTo>
                  <a:pt x="55245" y="228638"/>
                </a:lnTo>
                <a:lnTo>
                  <a:pt x="56222" y="212305"/>
                </a:lnTo>
                <a:lnTo>
                  <a:pt x="70916" y="170243"/>
                </a:lnTo>
                <a:lnTo>
                  <a:pt x="103022" y="147193"/>
                </a:lnTo>
                <a:lnTo>
                  <a:pt x="117475" y="145656"/>
                </a:lnTo>
                <a:lnTo>
                  <a:pt x="132029" y="147193"/>
                </a:lnTo>
                <a:lnTo>
                  <a:pt x="164261" y="170243"/>
                </a:lnTo>
                <a:lnTo>
                  <a:pt x="179171" y="212305"/>
                </a:lnTo>
                <a:lnTo>
                  <a:pt x="180162" y="228638"/>
                </a:lnTo>
                <a:lnTo>
                  <a:pt x="180162" y="115189"/>
                </a:lnTo>
                <a:lnTo>
                  <a:pt x="166128" y="107099"/>
                </a:lnTo>
                <a:lnTo>
                  <a:pt x="143230" y="100164"/>
                </a:lnTo>
                <a:lnTo>
                  <a:pt x="117475" y="97853"/>
                </a:lnTo>
                <a:lnTo>
                  <a:pt x="92189" y="100164"/>
                </a:lnTo>
                <a:lnTo>
                  <a:pt x="91871" y="100164"/>
                </a:lnTo>
                <a:lnTo>
                  <a:pt x="48780" y="119037"/>
                </a:lnTo>
                <a:lnTo>
                  <a:pt x="17754" y="155460"/>
                </a:lnTo>
                <a:lnTo>
                  <a:pt x="1981" y="202018"/>
                </a:lnTo>
                <a:lnTo>
                  <a:pt x="0" y="228638"/>
                </a:lnTo>
                <a:lnTo>
                  <a:pt x="50" y="234505"/>
                </a:lnTo>
                <a:lnTo>
                  <a:pt x="7924" y="284810"/>
                </a:lnTo>
                <a:lnTo>
                  <a:pt x="31686" y="326834"/>
                </a:lnTo>
                <a:lnTo>
                  <a:pt x="69088" y="354990"/>
                </a:lnTo>
                <a:lnTo>
                  <a:pt x="117932" y="364375"/>
                </a:lnTo>
                <a:lnTo>
                  <a:pt x="143687" y="362026"/>
                </a:lnTo>
                <a:lnTo>
                  <a:pt x="166611" y="354990"/>
                </a:lnTo>
                <a:lnTo>
                  <a:pt x="186690" y="343255"/>
                </a:lnTo>
                <a:lnTo>
                  <a:pt x="203949" y="326834"/>
                </a:lnTo>
                <a:lnTo>
                  <a:pt x="211099" y="316572"/>
                </a:lnTo>
                <a:lnTo>
                  <a:pt x="217817" y="306946"/>
                </a:lnTo>
                <a:lnTo>
                  <a:pt x="227711" y="284810"/>
                </a:lnTo>
                <a:lnTo>
                  <a:pt x="233654" y="260438"/>
                </a:lnTo>
                <a:lnTo>
                  <a:pt x="235585" y="234505"/>
                </a:lnTo>
                <a:lnTo>
                  <a:pt x="235635" y="226377"/>
                </a:lnTo>
                <a:close/>
              </a:path>
              <a:path w="902335" h="364490">
                <a:moveTo>
                  <a:pt x="408381" y="103492"/>
                </a:moveTo>
                <a:lnTo>
                  <a:pt x="402285" y="101028"/>
                </a:lnTo>
                <a:lnTo>
                  <a:pt x="396036" y="99263"/>
                </a:lnTo>
                <a:lnTo>
                  <a:pt x="389661" y="98209"/>
                </a:lnTo>
                <a:lnTo>
                  <a:pt x="383133" y="97853"/>
                </a:lnTo>
                <a:lnTo>
                  <a:pt x="364286" y="98894"/>
                </a:lnTo>
                <a:lnTo>
                  <a:pt x="349364" y="102006"/>
                </a:lnTo>
                <a:lnTo>
                  <a:pt x="338353" y="107175"/>
                </a:lnTo>
                <a:lnTo>
                  <a:pt x="331266" y="114427"/>
                </a:lnTo>
                <a:lnTo>
                  <a:pt x="330822" y="102362"/>
                </a:lnTo>
                <a:lnTo>
                  <a:pt x="276923" y="102362"/>
                </a:lnTo>
                <a:lnTo>
                  <a:pt x="276923" y="359867"/>
                </a:lnTo>
                <a:lnTo>
                  <a:pt x="332168" y="359867"/>
                </a:lnTo>
                <a:lnTo>
                  <a:pt x="332168" y="181279"/>
                </a:lnTo>
                <a:lnTo>
                  <a:pt x="339966" y="168262"/>
                </a:lnTo>
                <a:lnTo>
                  <a:pt x="350723" y="158965"/>
                </a:lnTo>
                <a:lnTo>
                  <a:pt x="364426" y="153377"/>
                </a:lnTo>
                <a:lnTo>
                  <a:pt x="381101" y="151523"/>
                </a:lnTo>
                <a:lnTo>
                  <a:pt x="386676" y="151726"/>
                </a:lnTo>
                <a:lnTo>
                  <a:pt x="393052" y="152336"/>
                </a:lnTo>
                <a:lnTo>
                  <a:pt x="408165" y="154787"/>
                </a:lnTo>
                <a:lnTo>
                  <a:pt x="408381" y="103492"/>
                </a:lnTo>
                <a:close/>
              </a:path>
              <a:path w="902335" h="364490">
                <a:moveTo>
                  <a:pt x="489712" y="102362"/>
                </a:moveTo>
                <a:lnTo>
                  <a:pt x="434238" y="102362"/>
                </a:lnTo>
                <a:lnTo>
                  <a:pt x="434238" y="359867"/>
                </a:lnTo>
                <a:lnTo>
                  <a:pt x="489712" y="359867"/>
                </a:lnTo>
                <a:lnTo>
                  <a:pt x="489712" y="102362"/>
                </a:lnTo>
                <a:close/>
              </a:path>
              <a:path w="902335" h="364490">
                <a:moveTo>
                  <a:pt x="493991" y="35928"/>
                </a:moveTo>
                <a:lnTo>
                  <a:pt x="491210" y="28676"/>
                </a:lnTo>
                <a:lnTo>
                  <a:pt x="485648" y="22656"/>
                </a:lnTo>
                <a:lnTo>
                  <a:pt x="480085" y="16573"/>
                </a:lnTo>
                <a:lnTo>
                  <a:pt x="472351" y="13525"/>
                </a:lnTo>
                <a:lnTo>
                  <a:pt x="452285" y="13525"/>
                </a:lnTo>
                <a:lnTo>
                  <a:pt x="444500" y="16573"/>
                </a:lnTo>
                <a:lnTo>
                  <a:pt x="433755" y="28676"/>
                </a:lnTo>
                <a:lnTo>
                  <a:pt x="431088" y="35928"/>
                </a:lnTo>
                <a:lnTo>
                  <a:pt x="431088" y="52616"/>
                </a:lnTo>
                <a:lnTo>
                  <a:pt x="433755" y="59715"/>
                </a:lnTo>
                <a:lnTo>
                  <a:pt x="439089" y="65722"/>
                </a:lnTo>
                <a:lnTo>
                  <a:pt x="444500" y="71666"/>
                </a:lnTo>
                <a:lnTo>
                  <a:pt x="452285" y="74637"/>
                </a:lnTo>
                <a:lnTo>
                  <a:pt x="472351" y="74637"/>
                </a:lnTo>
                <a:lnTo>
                  <a:pt x="480085" y="71666"/>
                </a:lnTo>
                <a:lnTo>
                  <a:pt x="491236" y="59715"/>
                </a:lnTo>
                <a:lnTo>
                  <a:pt x="493991" y="52616"/>
                </a:lnTo>
                <a:lnTo>
                  <a:pt x="493991" y="35928"/>
                </a:lnTo>
                <a:close/>
              </a:path>
              <a:path w="902335" h="364490">
                <a:moveTo>
                  <a:pt x="659599" y="358063"/>
                </a:moveTo>
                <a:lnTo>
                  <a:pt x="659384" y="310603"/>
                </a:lnTo>
                <a:lnTo>
                  <a:pt x="643140" y="313893"/>
                </a:lnTo>
                <a:lnTo>
                  <a:pt x="637311" y="314718"/>
                </a:lnTo>
                <a:lnTo>
                  <a:pt x="632993" y="314998"/>
                </a:lnTo>
                <a:lnTo>
                  <a:pt x="627291" y="314998"/>
                </a:lnTo>
                <a:lnTo>
                  <a:pt x="622515" y="313791"/>
                </a:lnTo>
                <a:lnTo>
                  <a:pt x="614845" y="308914"/>
                </a:lnTo>
                <a:lnTo>
                  <a:pt x="612927" y="302666"/>
                </a:lnTo>
                <a:lnTo>
                  <a:pt x="612927" y="147916"/>
                </a:lnTo>
                <a:lnTo>
                  <a:pt x="658482" y="147916"/>
                </a:lnTo>
                <a:lnTo>
                  <a:pt x="658482" y="102362"/>
                </a:lnTo>
                <a:lnTo>
                  <a:pt x="612927" y="102362"/>
                </a:lnTo>
                <a:lnTo>
                  <a:pt x="612927" y="43065"/>
                </a:lnTo>
                <a:lnTo>
                  <a:pt x="557682" y="43065"/>
                </a:lnTo>
                <a:lnTo>
                  <a:pt x="557682" y="102362"/>
                </a:lnTo>
                <a:lnTo>
                  <a:pt x="513041" y="102362"/>
                </a:lnTo>
                <a:lnTo>
                  <a:pt x="513041" y="147916"/>
                </a:lnTo>
                <a:lnTo>
                  <a:pt x="557682" y="147916"/>
                </a:lnTo>
                <a:lnTo>
                  <a:pt x="557682" y="292442"/>
                </a:lnTo>
                <a:lnTo>
                  <a:pt x="558850" y="310870"/>
                </a:lnTo>
                <a:lnTo>
                  <a:pt x="576287" y="348373"/>
                </a:lnTo>
                <a:lnTo>
                  <a:pt x="620598" y="364375"/>
                </a:lnTo>
                <a:lnTo>
                  <a:pt x="630174" y="363982"/>
                </a:lnTo>
                <a:lnTo>
                  <a:pt x="639876" y="362800"/>
                </a:lnTo>
                <a:lnTo>
                  <a:pt x="649681" y="360819"/>
                </a:lnTo>
                <a:lnTo>
                  <a:pt x="659599" y="358063"/>
                </a:lnTo>
                <a:close/>
              </a:path>
              <a:path w="902335" h="364490">
                <a:moveTo>
                  <a:pt x="902144" y="192112"/>
                </a:moveTo>
                <a:lnTo>
                  <a:pt x="896200" y="148907"/>
                </a:lnTo>
                <a:lnTo>
                  <a:pt x="866292" y="110223"/>
                </a:lnTo>
                <a:lnTo>
                  <a:pt x="817143" y="97853"/>
                </a:lnTo>
                <a:lnTo>
                  <a:pt x="795312" y="99199"/>
                </a:lnTo>
                <a:lnTo>
                  <a:pt x="777176" y="103238"/>
                </a:lnTo>
                <a:lnTo>
                  <a:pt x="762736" y="109969"/>
                </a:lnTo>
                <a:lnTo>
                  <a:pt x="751979" y="119392"/>
                </a:lnTo>
                <a:lnTo>
                  <a:pt x="751979" y="0"/>
                </a:lnTo>
                <a:lnTo>
                  <a:pt x="696734" y="0"/>
                </a:lnTo>
                <a:lnTo>
                  <a:pt x="696734" y="359867"/>
                </a:lnTo>
                <a:lnTo>
                  <a:pt x="751979" y="359867"/>
                </a:lnTo>
                <a:lnTo>
                  <a:pt x="751979" y="180378"/>
                </a:lnTo>
                <a:lnTo>
                  <a:pt x="756043" y="173469"/>
                </a:lnTo>
                <a:lnTo>
                  <a:pt x="787857" y="148983"/>
                </a:lnTo>
                <a:lnTo>
                  <a:pt x="804735" y="146558"/>
                </a:lnTo>
                <a:lnTo>
                  <a:pt x="814565" y="147205"/>
                </a:lnTo>
                <a:lnTo>
                  <a:pt x="846023" y="180860"/>
                </a:lnTo>
                <a:lnTo>
                  <a:pt x="846683" y="192786"/>
                </a:lnTo>
                <a:lnTo>
                  <a:pt x="846683" y="359867"/>
                </a:lnTo>
                <a:lnTo>
                  <a:pt x="902144" y="359867"/>
                </a:lnTo>
                <a:lnTo>
                  <a:pt x="902144" y="192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92062" y="663801"/>
            <a:ext cx="356235" cy="262255"/>
          </a:xfrm>
          <a:custGeom>
            <a:avLst/>
            <a:gdLst/>
            <a:ahLst/>
            <a:cxnLst/>
            <a:rect l="l" t="t" r="r" b="b"/>
            <a:pathLst>
              <a:path w="356235" h="262255">
                <a:moveTo>
                  <a:pt x="355809" y="262009"/>
                </a:moveTo>
                <a:lnTo>
                  <a:pt x="300341" y="262009"/>
                </a:lnTo>
                <a:lnTo>
                  <a:pt x="300341" y="94476"/>
                </a:lnTo>
                <a:lnTo>
                  <a:pt x="299594" y="81920"/>
                </a:lnTo>
                <a:lnTo>
                  <a:pt x="274129" y="51015"/>
                </a:lnTo>
                <a:lnTo>
                  <a:pt x="255019" y="48704"/>
                </a:lnTo>
                <a:lnTo>
                  <a:pt x="244464" y="49528"/>
                </a:lnTo>
                <a:lnTo>
                  <a:pt x="210092" y="76381"/>
                </a:lnTo>
                <a:lnTo>
                  <a:pt x="205413" y="93687"/>
                </a:lnTo>
                <a:lnTo>
                  <a:pt x="205413" y="262009"/>
                </a:lnTo>
                <a:lnTo>
                  <a:pt x="150170" y="262009"/>
                </a:lnTo>
                <a:lnTo>
                  <a:pt x="150170" y="94702"/>
                </a:lnTo>
                <a:lnTo>
                  <a:pt x="149416" y="82913"/>
                </a:lnTo>
                <a:lnTo>
                  <a:pt x="123761" y="51268"/>
                </a:lnTo>
                <a:lnTo>
                  <a:pt x="104848" y="48704"/>
                </a:lnTo>
                <a:lnTo>
                  <a:pt x="88022" y="50528"/>
                </a:lnTo>
                <a:lnTo>
                  <a:pt x="74183" y="56003"/>
                </a:lnTo>
                <a:lnTo>
                  <a:pt x="63332" y="65128"/>
                </a:lnTo>
                <a:lnTo>
                  <a:pt x="55468" y="77903"/>
                </a:lnTo>
                <a:lnTo>
                  <a:pt x="55468" y="262009"/>
                </a:lnTo>
                <a:lnTo>
                  <a:pt x="0" y="262009"/>
                </a:lnTo>
                <a:lnTo>
                  <a:pt x="0" y="4509"/>
                </a:lnTo>
                <a:lnTo>
                  <a:pt x="52988" y="4509"/>
                </a:lnTo>
                <a:lnTo>
                  <a:pt x="53551" y="20293"/>
                </a:lnTo>
                <a:lnTo>
                  <a:pt x="64156" y="11415"/>
                </a:lnTo>
                <a:lnTo>
                  <a:pt x="78721" y="5073"/>
                </a:lnTo>
                <a:lnTo>
                  <a:pt x="97245" y="1268"/>
                </a:lnTo>
                <a:lnTo>
                  <a:pt x="119730" y="0"/>
                </a:lnTo>
                <a:lnTo>
                  <a:pt x="131934" y="641"/>
                </a:lnTo>
                <a:lnTo>
                  <a:pt x="174015" y="15494"/>
                </a:lnTo>
                <a:lnTo>
                  <a:pt x="190757" y="32469"/>
                </a:lnTo>
                <a:lnTo>
                  <a:pt x="194872" y="27698"/>
                </a:lnTo>
                <a:lnTo>
                  <a:pt x="228976" y="6531"/>
                </a:lnTo>
                <a:lnTo>
                  <a:pt x="267195" y="0"/>
                </a:lnTo>
                <a:lnTo>
                  <a:pt x="287045" y="1437"/>
                </a:lnTo>
                <a:lnTo>
                  <a:pt x="332472" y="22999"/>
                </a:lnTo>
                <a:lnTo>
                  <a:pt x="354351" y="72041"/>
                </a:lnTo>
                <a:lnTo>
                  <a:pt x="355809" y="94927"/>
                </a:lnTo>
                <a:lnTo>
                  <a:pt x="355809" y="262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4772" y="1661484"/>
            <a:ext cx="9131935" cy="46399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8130" indent="-265430">
              <a:lnSpc>
                <a:spcPts val="2335"/>
              </a:lnSpc>
              <a:spcBef>
                <a:spcPts val="130"/>
              </a:spcBef>
              <a:buAutoNum type="arabicPeriod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Start</a:t>
            </a:r>
            <a:r>
              <a:rPr sz="1950" b="1" spc="-1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game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and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spc="-45" dirty="0">
                <a:latin typeface="Roboto Bk"/>
                <a:cs typeface="Roboto Bk"/>
              </a:rPr>
              <a:t>initialize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3×3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Tic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Tac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Toe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board.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/>
              <a:tabLst>
                <a:tab pos="278130" algn="l"/>
              </a:tabLst>
            </a:pPr>
            <a:r>
              <a:rPr sz="1950" b="1" spc="-20" dirty="0">
                <a:latin typeface="Roboto Bk"/>
                <a:cs typeface="Roboto Bk"/>
              </a:rPr>
              <a:t>Display</a:t>
            </a:r>
            <a:r>
              <a:rPr sz="1950" b="1" spc="-2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2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board</a:t>
            </a:r>
            <a:r>
              <a:rPr sz="1950" b="1" spc="-9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to</a:t>
            </a:r>
            <a:r>
              <a:rPr sz="1950" b="1" spc="-10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2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player.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Check</a:t>
            </a:r>
            <a:r>
              <a:rPr sz="1950" b="1" spc="-70" dirty="0">
                <a:latin typeface="Roboto Bk"/>
                <a:cs typeface="Roboto Bk"/>
              </a:rPr>
              <a:t> </a:t>
            </a:r>
            <a:r>
              <a:rPr sz="1950" b="1" spc="-60" dirty="0">
                <a:latin typeface="Roboto Bk"/>
                <a:cs typeface="Roboto Bk"/>
              </a:rPr>
              <a:t>if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game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spc="-50" dirty="0">
                <a:latin typeface="Roboto Bk"/>
                <a:cs typeface="Roboto Bk"/>
              </a:rPr>
              <a:t>is</a:t>
            </a:r>
            <a:r>
              <a:rPr sz="1950" b="1" spc="-8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over</a:t>
            </a:r>
            <a:r>
              <a:rPr sz="1950" b="1" spc="-6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(win,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spc="-30" dirty="0">
                <a:latin typeface="Roboto Bk"/>
                <a:cs typeface="Roboto Bk"/>
              </a:rPr>
              <a:t>lose,</a:t>
            </a:r>
            <a:r>
              <a:rPr sz="1950" b="1" dirty="0">
                <a:latin typeface="Roboto Bk"/>
                <a:cs typeface="Roboto Bk"/>
              </a:rPr>
              <a:t> or</a:t>
            </a:r>
            <a:r>
              <a:rPr sz="1950" b="1" spc="-6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draw).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/>
              <a:tabLst>
                <a:tab pos="278130" algn="l"/>
              </a:tabLst>
            </a:pPr>
            <a:r>
              <a:rPr sz="1950" b="1" spc="-10" dirty="0">
                <a:latin typeface="Roboto Bk"/>
                <a:cs typeface="Roboto Bk"/>
              </a:rPr>
              <a:t>If</a:t>
            </a:r>
            <a:r>
              <a:rPr sz="1950" b="1" spc="-114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not</a:t>
            </a:r>
            <a:r>
              <a:rPr sz="1950" b="1" spc="-9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over:</a:t>
            </a:r>
            <a:endParaRPr sz="1950">
              <a:latin typeface="Roboto Bk"/>
              <a:cs typeface="Roboto Bk"/>
            </a:endParaRPr>
          </a:p>
          <a:p>
            <a:pPr marL="12700">
              <a:lnSpc>
                <a:spcPts val="2325"/>
              </a:lnSpc>
            </a:pPr>
            <a:r>
              <a:rPr sz="1950" b="1" spc="-10" dirty="0">
                <a:latin typeface="Roboto Bk"/>
                <a:cs typeface="Roboto Bk"/>
              </a:rPr>
              <a:t>If</a:t>
            </a:r>
            <a:r>
              <a:rPr sz="1950" b="1" spc="-105" dirty="0">
                <a:latin typeface="Roboto Bk"/>
                <a:cs typeface="Roboto Bk"/>
              </a:rPr>
              <a:t> </a:t>
            </a:r>
            <a:r>
              <a:rPr sz="1950" b="1" spc="-90" dirty="0">
                <a:latin typeface="Roboto Bk"/>
                <a:cs typeface="Roboto Bk"/>
              </a:rPr>
              <a:t>it’s</a:t>
            </a:r>
            <a:r>
              <a:rPr sz="1950" b="1" spc="-8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10" dirty="0">
                <a:latin typeface="Roboto Bk"/>
                <a:cs typeface="Roboto Bk"/>
              </a:rPr>
              <a:t> </a:t>
            </a:r>
            <a:r>
              <a:rPr sz="1950" b="1" spc="-35" dirty="0">
                <a:latin typeface="Roboto Bk"/>
                <a:cs typeface="Roboto Bk"/>
              </a:rPr>
              <a:t>player’s</a:t>
            </a:r>
            <a:r>
              <a:rPr sz="1950" b="1" spc="-90" dirty="0">
                <a:latin typeface="Roboto Bk"/>
                <a:cs typeface="Roboto Bk"/>
              </a:rPr>
              <a:t> </a:t>
            </a:r>
            <a:r>
              <a:rPr sz="1950" b="1" spc="-35" dirty="0">
                <a:latin typeface="Roboto Bk"/>
                <a:cs typeface="Roboto Bk"/>
              </a:rPr>
              <a:t>turn,</a:t>
            </a:r>
            <a:r>
              <a:rPr sz="1950" b="1" spc="-1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take</a:t>
            </a:r>
            <a:r>
              <a:rPr sz="1950" b="1" spc="-10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input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and</a:t>
            </a:r>
            <a:r>
              <a:rPr sz="1950" b="1" spc="-8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update</a:t>
            </a:r>
            <a:r>
              <a:rPr sz="1950" b="1" spc="-1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10" dirty="0">
                <a:latin typeface="Roboto Bk"/>
                <a:cs typeface="Roboto Bk"/>
              </a:rPr>
              <a:t> board.</a:t>
            </a:r>
            <a:endParaRPr sz="1950">
              <a:latin typeface="Roboto Bk"/>
              <a:cs typeface="Roboto Bk"/>
            </a:endParaRPr>
          </a:p>
          <a:p>
            <a:pPr marL="306070" marR="5080" indent="-294005">
              <a:lnSpc>
                <a:spcPct val="79100"/>
              </a:lnSpc>
              <a:spcBef>
                <a:spcPts val="484"/>
              </a:spcBef>
            </a:pPr>
            <a:r>
              <a:rPr sz="1950" b="1" dirty="0">
                <a:latin typeface="Roboto Bk"/>
                <a:cs typeface="Roboto Bk"/>
              </a:rPr>
              <a:t>If</a:t>
            </a:r>
            <a:r>
              <a:rPr sz="1950" b="1" spc="-30" dirty="0">
                <a:latin typeface="Roboto Bk"/>
                <a:cs typeface="Roboto Bk"/>
              </a:rPr>
              <a:t> </a:t>
            </a:r>
            <a:r>
              <a:rPr sz="1950" b="1" spc="-65" dirty="0">
                <a:latin typeface="Roboto Bk"/>
                <a:cs typeface="Roboto Bk"/>
              </a:rPr>
              <a:t>it’s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AI’s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turn,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use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Minimax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algorithm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with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spc="-35" dirty="0">
                <a:latin typeface="Roboto Bk"/>
                <a:cs typeface="Roboto Bk"/>
              </a:rPr>
              <a:t>Alpha-</a:t>
            </a:r>
            <a:r>
              <a:rPr sz="1950" b="1" dirty="0">
                <a:latin typeface="Roboto Bk"/>
                <a:cs typeface="Roboto Bk"/>
              </a:rPr>
              <a:t>Beta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Pruning</a:t>
            </a:r>
            <a:r>
              <a:rPr sz="1950" b="1" spc="-1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to</a:t>
            </a:r>
            <a:r>
              <a:rPr sz="1950" b="1" spc="-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f</a:t>
            </a:r>
            <a:r>
              <a:rPr sz="1950" b="1" spc="-55" dirty="0">
                <a:latin typeface="Roboto Bk"/>
                <a:cs typeface="Roboto Bk"/>
              </a:rPr>
              <a:t> </a:t>
            </a:r>
            <a:r>
              <a:rPr sz="1950" b="1" spc="-530" dirty="0">
                <a:latin typeface="Roboto Bk"/>
                <a:cs typeface="Roboto Bk"/>
              </a:rPr>
              <a:t>i</a:t>
            </a:r>
            <a:r>
              <a:rPr sz="1950" b="1" spc="20" dirty="0">
                <a:latin typeface="Roboto Bk"/>
                <a:cs typeface="Roboto Bk"/>
              </a:rPr>
              <a:t>n</a:t>
            </a:r>
            <a:r>
              <a:rPr sz="1950" b="1" spc="-5" dirty="0">
                <a:latin typeface="Roboto Bk"/>
                <a:cs typeface="Roboto Bk"/>
              </a:rPr>
              <a:t>d</a:t>
            </a:r>
            <a:r>
              <a:rPr sz="1950" b="1" spc="-20" dirty="0">
                <a:latin typeface="Roboto Bk"/>
                <a:cs typeface="Roboto Bk"/>
              </a:rPr>
              <a:t> </a:t>
            </a:r>
            <a:r>
              <a:rPr sz="1950" b="1" spc="-25" dirty="0">
                <a:latin typeface="Roboto Bk"/>
                <a:cs typeface="Roboto Bk"/>
              </a:rPr>
              <a:t>the </a:t>
            </a:r>
            <a:r>
              <a:rPr sz="1950" b="1" dirty="0">
                <a:latin typeface="Roboto Bk"/>
                <a:cs typeface="Roboto Bk"/>
              </a:rPr>
              <a:t>best</a:t>
            </a:r>
            <a:r>
              <a:rPr sz="1950" b="1" spc="-2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move.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0"/>
              </a:lnSpc>
              <a:buAutoNum type="arabicPeriod" startAt="5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Minimax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Algorithm</a:t>
            </a:r>
            <a:r>
              <a:rPr sz="1950" b="1" spc="-6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Steps:</a:t>
            </a:r>
            <a:endParaRPr sz="1950">
              <a:latin typeface="Roboto Bk"/>
              <a:cs typeface="Roboto Bk"/>
            </a:endParaRPr>
          </a:p>
          <a:p>
            <a:pPr marL="12700">
              <a:lnSpc>
                <a:spcPts val="2325"/>
              </a:lnSpc>
            </a:pPr>
            <a:r>
              <a:rPr sz="1950" b="1" dirty="0">
                <a:latin typeface="Roboto Bk"/>
                <a:cs typeface="Roboto Bk"/>
              </a:rPr>
              <a:t>Evaluate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spc="-45" dirty="0">
                <a:latin typeface="Roboto Bk"/>
                <a:cs typeface="Roboto Bk"/>
              </a:rPr>
              <a:t>all</a:t>
            </a:r>
            <a:r>
              <a:rPr sz="1950" b="1" spc="-90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possible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moves.</a:t>
            </a:r>
            <a:endParaRPr sz="1950">
              <a:latin typeface="Roboto Bk"/>
              <a:cs typeface="Roboto Bk"/>
            </a:endParaRPr>
          </a:p>
          <a:p>
            <a:pPr marL="306070" marR="5080" indent="-294005">
              <a:lnSpc>
                <a:spcPct val="79100"/>
              </a:lnSpc>
              <a:spcBef>
                <a:spcPts val="480"/>
              </a:spcBef>
            </a:pPr>
            <a:r>
              <a:rPr sz="1950" b="1" spc="65" dirty="0">
                <a:latin typeface="Roboto Bk"/>
                <a:cs typeface="Roboto Bk"/>
              </a:rPr>
              <a:t>Choose</a:t>
            </a:r>
            <a:r>
              <a:rPr sz="1950" b="1" spc="2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240" dirty="0">
                <a:latin typeface="Roboto Bk"/>
                <a:cs typeface="Roboto Bk"/>
              </a:rPr>
              <a:t> </a:t>
            </a:r>
            <a:r>
              <a:rPr sz="1950" b="1" spc="65" dirty="0">
                <a:latin typeface="Roboto Bk"/>
                <a:cs typeface="Roboto Bk"/>
              </a:rPr>
              <a:t>move</a:t>
            </a:r>
            <a:r>
              <a:rPr sz="1950" b="1" spc="2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with</a:t>
            </a:r>
            <a:r>
              <a:rPr sz="1950" b="1" spc="19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235" dirty="0">
                <a:latin typeface="Roboto Bk"/>
                <a:cs typeface="Roboto Bk"/>
              </a:rPr>
              <a:t> </a:t>
            </a:r>
            <a:r>
              <a:rPr sz="1950" b="1" spc="80" dirty="0">
                <a:latin typeface="Roboto Bk"/>
                <a:cs typeface="Roboto Bk"/>
              </a:rPr>
              <a:t>maximum</a:t>
            </a:r>
            <a:r>
              <a:rPr sz="1950" b="1" spc="21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score</a:t>
            </a:r>
            <a:r>
              <a:rPr sz="1950" b="1" spc="2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for</a:t>
            </a:r>
            <a:r>
              <a:rPr sz="1950" b="1" spc="16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AI</a:t>
            </a:r>
            <a:r>
              <a:rPr sz="1950" b="1" spc="200" dirty="0">
                <a:latin typeface="Roboto Bk"/>
                <a:cs typeface="Roboto Bk"/>
              </a:rPr>
              <a:t> </a:t>
            </a:r>
            <a:r>
              <a:rPr sz="1950" b="1" spc="65" dirty="0">
                <a:latin typeface="Roboto Bk"/>
                <a:cs typeface="Roboto Bk"/>
              </a:rPr>
              <a:t>and</a:t>
            </a:r>
            <a:r>
              <a:rPr sz="1950" b="1" spc="165" dirty="0">
                <a:latin typeface="Roboto Bk"/>
                <a:cs typeface="Roboto Bk"/>
              </a:rPr>
              <a:t> </a:t>
            </a:r>
            <a:r>
              <a:rPr sz="1950" b="1" spc="55" dirty="0">
                <a:latin typeface="Roboto Bk"/>
                <a:cs typeface="Roboto Bk"/>
              </a:rPr>
              <a:t>minimum</a:t>
            </a:r>
            <a:r>
              <a:rPr sz="1950" b="1" spc="204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score</a:t>
            </a:r>
            <a:r>
              <a:rPr sz="1950" b="1" spc="2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for</a:t>
            </a:r>
            <a:r>
              <a:rPr sz="1950" b="1" spc="170" dirty="0">
                <a:latin typeface="Roboto Bk"/>
                <a:cs typeface="Roboto Bk"/>
              </a:rPr>
              <a:t> </a:t>
            </a:r>
            <a:r>
              <a:rPr sz="1950" b="1" spc="-25" dirty="0">
                <a:latin typeface="Roboto Bk"/>
                <a:cs typeface="Roboto Bk"/>
              </a:rPr>
              <a:t>the </a:t>
            </a:r>
            <a:r>
              <a:rPr sz="1950" b="1" spc="-10" dirty="0">
                <a:latin typeface="Roboto Bk"/>
                <a:cs typeface="Roboto Bk"/>
              </a:rPr>
              <a:t>player.</a:t>
            </a:r>
            <a:endParaRPr sz="1950">
              <a:latin typeface="Roboto Bk"/>
              <a:cs typeface="Roboto Bk"/>
            </a:endParaRPr>
          </a:p>
          <a:p>
            <a:pPr marL="12700">
              <a:lnSpc>
                <a:spcPts val="2320"/>
              </a:lnSpc>
            </a:pPr>
            <a:r>
              <a:rPr sz="1950" b="1" dirty="0">
                <a:latin typeface="Roboto Bk"/>
                <a:cs typeface="Roboto Bk"/>
              </a:rPr>
              <a:t>Use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spc="-55" dirty="0">
                <a:latin typeface="Roboto Bk"/>
                <a:cs typeface="Roboto Bk"/>
              </a:rPr>
              <a:t>Alpha-</a:t>
            </a:r>
            <a:r>
              <a:rPr sz="1950" b="1" dirty="0">
                <a:latin typeface="Roboto Bk"/>
                <a:cs typeface="Roboto Bk"/>
              </a:rPr>
              <a:t>Beta </a:t>
            </a:r>
            <a:r>
              <a:rPr sz="1950" b="1" spc="-25" dirty="0">
                <a:latin typeface="Roboto Bk"/>
                <a:cs typeface="Roboto Bk"/>
              </a:rPr>
              <a:t>Pruning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to</a:t>
            </a:r>
            <a:r>
              <a:rPr sz="1950" b="1" spc="-50" dirty="0">
                <a:latin typeface="Roboto Bk"/>
                <a:cs typeface="Roboto Bk"/>
              </a:rPr>
              <a:t> skip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unnecessary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branches</a:t>
            </a:r>
            <a:r>
              <a:rPr sz="1950" b="1" spc="-5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and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speed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up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3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process.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 startAt="6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Make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chosen</a:t>
            </a:r>
            <a:r>
              <a:rPr sz="1950" b="1" spc="-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move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and</a:t>
            </a:r>
            <a:r>
              <a:rPr sz="1950" b="1" spc="-5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update</a:t>
            </a:r>
            <a:r>
              <a:rPr sz="1950" b="1" spc="2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2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board.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 startAt="6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Repeat</a:t>
            </a:r>
            <a:r>
              <a:rPr sz="1950" b="1" spc="-2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steps</a:t>
            </a:r>
            <a:r>
              <a:rPr sz="1950" b="1" spc="-6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3–6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spc="-50" dirty="0">
                <a:latin typeface="Roboto Bk"/>
                <a:cs typeface="Roboto Bk"/>
              </a:rPr>
              <a:t>until</a:t>
            </a:r>
            <a:r>
              <a:rPr sz="1950" b="1" spc="-8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</a:t>
            </a:r>
            <a:r>
              <a:rPr sz="1950" b="1" spc="-1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winner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spc="-50" dirty="0">
                <a:latin typeface="Roboto Bk"/>
                <a:cs typeface="Roboto Bk"/>
              </a:rPr>
              <a:t>is</a:t>
            </a:r>
            <a:r>
              <a:rPr sz="1950" b="1" spc="-6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found</a:t>
            </a:r>
            <a:r>
              <a:rPr sz="1950" b="1" spc="-5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or</a:t>
            </a:r>
            <a:r>
              <a:rPr sz="1950" b="1" spc="-5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2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board</a:t>
            </a:r>
            <a:r>
              <a:rPr sz="1950" b="1" spc="-55" dirty="0">
                <a:latin typeface="Roboto Bk"/>
                <a:cs typeface="Roboto Bk"/>
              </a:rPr>
              <a:t> </a:t>
            </a:r>
            <a:r>
              <a:rPr sz="1950" b="1" spc="-50" dirty="0">
                <a:latin typeface="Roboto Bk"/>
                <a:cs typeface="Roboto Bk"/>
              </a:rPr>
              <a:t>is</a:t>
            </a:r>
            <a:r>
              <a:rPr sz="1950" b="1" spc="-6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full.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25"/>
              </a:lnSpc>
              <a:buAutoNum type="arabicPeriod" startAt="6"/>
              <a:tabLst>
                <a:tab pos="278130" algn="l"/>
              </a:tabLst>
            </a:pPr>
            <a:r>
              <a:rPr sz="1950" b="1" spc="-20" dirty="0">
                <a:latin typeface="Roboto Bk"/>
                <a:cs typeface="Roboto Bk"/>
              </a:rPr>
              <a:t>Display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40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result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(AI</a:t>
            </a:r>
            <a:r>
              <a:rPr sz="1950" b="1" spc="-7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wins,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Player</a:t>
            </a:r>
            <a:r>
              <a:rPr sz="1950" b="1" spc="-9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wins,</a:t>
            </a:r>
            <a:r>
              <a:rPr sz="1950" b="1" spc="-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or</a:t>
            </a:r>
            <a:r>
              <a:rPr sz="1950" b="1" spc="-10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Draw).</a:t>
            </a:r>
            <a:endParaRPr sz="1950">
              <a:latin typeface="Roboto Bk"/>
              <a:cs typeface="Roboto Bk"/>
            </a:endParaRPr>
          </a:p>
          <a:p>
            <a:pPr marL="278130" indent="-265430">
              <a:lnSpc>
                <a:spcPts val="2335"/>
              </a:lnSpc>
              <a:buAutoNum type="arabicPeriod" startAt="6"/>
              <a:tabLst>
                <a:tab pos="278130" algn="l"/>
              </a:tabLst>
            </a:pPr>
            <a:r>
              <a:rPr sz="1950" b="1" dirty="0">
                <a:latin typeface="Roboto Bk"/>
                <a:cs typeface="Roboto Bk"/>
              </a:rPr>
              <a:t>Stop</a:t>
            </a:r>
            <a:r>
              <a:rPr sz="1950" b="1" spc="-9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the</a:t>
            </a:r>
            <a:r>
              <a:rPr sz="1950" b="1" spc="-35" dirty="0">
                <a:latin typeface="Roboto Bk"/>
                <a:cs typeface="Roboto Bk"/>
              </a:rPr>
              <a:t> </a:t>
            </a:r>
            <a:r>
              <a:rPr sz="1950" b="1" spc="-20" dirty="0">
                <a:latin typeface="Roboto Bk"/>
                <a:cs typeface="Roboto Bk"/>
              </a:rPr>
              <a:t>game.</a:t>
            </a:r>
            <a:endParaRPr sz="1950">
              <a:latin typeface="Roboto Bk"/>
              <a:cs typeface="Roboto Bk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5576" y="565949"/>
            <a:ext cx="943610" cy="364490"/>
          </a:xfrm>
          <a:custGeom>
            <a:avLst/>
            <a:gdLst/>
            <a:ahLst/>
            <a:cxnLst/>
            <a:rect l="l" t="t" r="r" b="b"/>
            <a:pathLst>
              <a:path w="943610" h="364490">
                <a:moveTo>
                  <a:pt x="216903" y="17513"/>
                </a:moveTo>
                <a:lnTo>
                  <a:pt x="0" y="17513"/>
                </a:lnTo>
                <a:lnTo>
                  <a:pt x="0" y="67043"/>
                </a:lnTo>
                <a:lnTo>
                  <a:pt x="0" y="166103"/>
                </a:lnTo>
                <a:lnTo>
                  <a:pt x="0" y="214363"/>
                </a:lnTo>
                <a:lnTo>
                  <a:pt x="0" y="360413"/>
                </a:lnTo>
                <a:lnTo>
                  <a:pt x="57048" y="360413"/>
                </a:lnTo>
                <a:lnTo>
                  <a:pt x="57048" y="214363"/>
                </a:lnTo>
                <a:lnTo>
                  <a:pt x="194589" y="214363"/>
                </a:lnTo>
                <a:lnTo>
                  <a:pt x="194589" y="166103"/>
                </a:lnTo>
                <a:lnTo>
                  <a:pt x="57048" y="166103"/>
                </a:lnTo>
                <a:lnTo>
                  <a:pt x="57048" y="67043"/>
                </a:lnTo>
                <a:lnTo>
                  <a:pt x="216903" y="67043"/>
                </a:lnTo>
                <a:lnTo>
                  <a:pt x="216903" y="17513"/>
                </a:lnTo>
                <a:close/>
              </a:path>
              <a:path w="943610" h="364490">
                <a:moveTo>
                  <a:pt x="304419" y="0"/>
                </a:moveTo>
                <a:lnTo>
                  <a:pt x="248945" y="0"/>
                </a:lnTo>
                <a:lnTo>
                  <a:pt x="248945" y="359867"/>
                </a:lnTo>
                <a:lnTo>
                  <a:pt x="304419" y="359867"/>
                </a:lnTo>
                <a:lnTo>
                  <a:pt x="304419" y="0"/>
                </a:lnTo>
                <a:close/>
              </a:path>
              <a:path w="943610" h="364490">
                <a:moveTo>
                  <a:pt x="582091" y="226377"/>
                </a:moveTo>
                <a:lnTo>
                  <a:pt x="573697" y="176212"/>
                </a:lnTo>
                <a:lnTo>
                  <a:pt x="549846" y="134835"/>
                </a:lnTo>
                <a:lnTo>
                  <a:pt x="526630" y="115201"/>
                </a:lnTo>
                <a:lnTo>
                  <a:pt x="526630" y="228638"/>
                </a:lnTo>
                <a:lnTo>
                  <a:pt x="526630" y="234505"/>
                </a:lnTo>
                <a:lnTo>
                  <a:pt x="517537" y="280073"/>
                </a:lnTo>
                <a:lnTo>
                  <a:pt x="491286" y="310515"/>
                </a:lnTo>
                <a:lnTo>
                  <a:pt x="478751" y="315061"/>
                </a:lnTo>
                <a:lnTo>
                  <a:pt x="478904" y="315061"/>
                </a:lnTo>
                <a:lnTo>
                  <a:pt x="464388" y="316572"/>
                </a:lnTo>
                <a:lnTo>
                  <a:pt x="449745" y="315061"/>
                </a:lnTo>
                <a:lnTo>
                  <a:pt x="437019" y="310515"/>
                </a:lnTo>
                <a:lnTo>
                  <a:pt x="410527" y="279590"/>
                </a:lnTo>
                <a:lnTo>
                  <a:pt x="401751" y="234505"/>
                </a:lnTo>
                <a:lnTo>
                  <a:pt x="401713" y="228638"/>
                </a:lnTo>
                <a:lnTo>
                  <a:pt x="402691" y="212305"/>
                </a:lnTo>
                <a:lnTo>
                  <a:pt x="417372" y="170243"/>
                </a:lnTo>
                <a:lnTo>
                  <a:pt x="449491" y="147193"/>
                </a:lnTo>
                <a:lnTo>
                  <a:pt x="463943" y="145656"/>
                </a:lnTo>
                <a:lnTo>
                  <a:pt x="478485" y="147193"/>
                </a:lnTo>
                <a:lnTo>
                  <a:pt x="510730" y="170243"/>
                </a:lnTo>
                <a:lnTo>
                  <a:pt x="525627" y="212305"/>
                </a:lnTo>
                <a:lnTo>
                  <a:pt x="526630" y="228638"/>
                </a:lnTo>
                <a:lnTo>
                  <a:pt x="526630" y="115201"/>
                </a:lnTo>
                <a:lnTo>
                  <a:pt x="512584" y="107099"/>
                </a:lnTo>
                <a:lnTo>
                  <a:pt x="489686" y="100164"/>
                </a:lnTo>
                <a:lnTo>
                  <a:pt x="463943" y="97853"/>
                </a:lnTo>
                <a:lnTo>
                  <a:pt x="438658" y="100164"/>
                </a:lnTo>
                <a:lnTo>
                  <a:pt x="438327" y="100164"/>
                </a:lnTo>
                <a:lnTo>
                  <a:pt x="395236" y="119037"/>
                </a:lnTo>
                <a:lnTo>
                  <a:pt x="364223" y="155460"/>
                </a:lnTo>
                <a:lnTo>
                  <a:pt x="348437" y="202018"/>
                </a:lnTo>
                <a:lnTo>
                  <a:pt x="346468" y="228638"/>
                </a:lnTo>
                <a:lnTo>
                  <a:pt x="346519" y="234505"/>
                </a:lnTo>
                <a:lnTo>
                  <a:pt x="354380" y="284810"/>
                </a:lnTo>
                <a:lnTo>
                  <a:pt x="378142" y="326834"/>
                </a:lnTo>
                <a:lnTo>
                  <a:pt x="415544" y="354990"/>
                </a:lnTo>
                <a:lnTo>
                  <a:pt x="464388" y="364375"/>
                </a:lnTo>
                <a:lnTo>
                  <a:pt x="490143" y="362026"/>
                </a:lnTo>
                <a:lnTo>
                  <a:pt x="513067" y="354990"/>
                </a:lnTo>
                <a:lnTo>
                  <a:pt x="533158" y="343255"/>
                </a:lnTo>
                <a:lnTo>
                  <a:pt x="550418" y="326834"/>
                </a:lnTo>
                <a:lnTo>
                  <a:pt x="557555" y="316572"/>
                </a:lnTo>
                <a:lnTo>
                  <a:pt x="564273" y="306946"/>
                </a:lnTo>
                <a:lnTo>
                  <a:pt x="574167" y="284810"/>
                </a:lnTo>
                <a:lnTo>
                  <a:pt x="580110" y="260438"/>
                </a:lnTo>
                <a:lnTo>
                  <a:pt x="582041" y="234505"/>
                </a:lnTo>
                <a:lnTo>
                  <a:pt x="582091" y="226377"/>
                </a:lnTo>
                <a:close/>
              </a:path>
              <a:path w="943610" h="364490">
                <a:moveTo>
                  <a:pt x="943571" y="102362"/>
                </a:moveTo>
                <a:lnTo>
                  <a:pt x="887768" y="102362"/>
                </a:lnTo>
                <a:lnTo>
                  <a:pt x="845261" y="270243"/>
                </a:lnTo>
                <a:lnTo>
                  <a:pt x="793178" y="102362"/>
                </a:lnTo>
                <a:lnTo>
                  <a:pt x="749655" y="102362"/>
                </a:lnTo>
                <a:lnTo>
                  <a:pt x="698360" y="266852"/>
                </a:lnTo>
                <a:lnTo>
                  <a:pt x="654951" y="102362"/>
                </a:lnTo>
                <a:lnTo>
                  <a:pt x="599033" y="102362"/>
                </a:lnTo>
                <a:lnTo>
                  <a:pt x="673785" y="359867"/>
                </a:lnTo>
                <a:lnTo>
                  <a:pt x="717867" y="359867"/>
                </a:lnTo>
                <a:lnTo>
                  <a:pt x="770737" y="190868"/>
                </a:lnTo>
                <a:lnTo>
                  <a:pt x="824966" y="359867"/>
                </a:lnTo>
                <a:lnTo>
                  <a:pt x="868832" y="359867"/>
                </a:lnTo>
                <a:lnTo>
                  <a:pt x="943571" y="102362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933" y="565949"/>
            <a:ext cx="1035050" cy="364490"/>
          </a:xfrm>
          <a:custGeom>
            <a:avLst/>
            <a:gdLst/>
            <a:ahLst/>
            <a:cxnLst/>
            <a:rect l="l" t="t" r="r" b="b"/>
            <a:pathLst>
              <a:path w="1035050" h="364490">
                <a:moveTo>
                  <a:pt x="219506" y="199771"/>
                </a:moveTo>
                <a:lnTo>
                  <a:pt x="210883" y="157391"/>
                </a:lnTo>
                <a:lnTo>
                  <a:pt x="189064" y="125145"/>
                </a:lnTo>
                <a:lnTo>
                  <a:pt x="156451" y="104673"/>
                </a:lnTo>
                <a:lnTo>
                  <a:pt x="115214" y="97853"/>
                </a:lnTo>
                <a:lnTo>
                  <a:pt x="87896" y="100266"/>
                </a:lnTo>
                <a:lnTo>
                  <a:pt x="44488" y="119545"/>
                </a:lnTo>
                <a:lnTo>
                  <a:pt x="15976" y="156502"/>
                </a:lnTo>
                <a:lnTo>
                  <a:pt x="1778" y="201485"/>
                </a:lnTo>
                <a:lnTo>
                  <a:pt x="0" y="226377"/>
                </a:lnTo>
                <a:lnTo>
                  <a:pt x="0" y="235851"/>
                </a:lnTo>
                <a:lnTo>
                  <a:pt x="7099" y="284048"/>
                </a:lnTo>
                <a:lnTo>
                  <a:pt x="28409" y="325818"/>
                </a:lnTo>
                <a:lnTo>
                  <a:pt x="64312" y="354736"/>
                </a:lnTo>
                <a:lnTo>
                  <a:pt x="115214" y="364375"/>
                </a:lnTo>
                <a:lnTo>
                  <a:pt x="135178" y="362737"/>
                </a:lnTo>
                <a:lnTo>
                  <a:pt x="171030" y="349669"/>
                </a:lnTo>
                <a:lnTo>
                  <a:pt x="200418" y="324053"/>
                </a:lnTo>
                <a:lnTo>
                  <a:pt x="216700" y="289560"/>
                </a:lnTo>
                <a:lnTo>
                  <a:pt x="219506" y="269227"/>
                </a:lnTo>
                <a:lnTo>
                  <a:pt x="166408" y="269227"/>
                </a:lnTo>
                <a:lnTo>
                  <a:pt x="164693" y="280466"/>
                </a:lnTo>
                <a:lnTo>
                  <a:pt x="161353" y="290169"/>
                </a:lnTo>
                <a:lnTo>
                  <a:pt x="124866" y="315849"/>
                </a:lnTo>
                <a:lnTo>
                  <a:pt x="115214" y="316572"/>
                </a:lnTo>
                <a:lnTo>
                  <a:pt x="104203" y="315861"/>
                </a:lnTo>
                <a:lnTo>
                  <a:pt x="68008" y="291884"/>
                </a:lnTo>
                <a:lnTo>
                  <a:pt x="55575" y="245948"/>
                </a:lnTo>
                <a:lnTo>
                  <a:pt x="55245" y="235851"/>
                </a:lnTo>
                <a:lnTo>
                  <a:pt x="55245" y="226377"/>
                </a:lnTo>
                <a:lnTo>
                  <a:pt x="60769" y="187490"/>
                </a:lnTo>
                <a:lnTo>
                  <a:pt x="86321" y="152196"/>
                </a:lnTo>
                <a:lnTo>
                  <a:pt x="115214" y="145656"/>
                </a:lnTo>
                <a:lnTo>
                  <a:pt x="125780" y="146532"/>
                </a:lnTo>
                <a:lnTo>
                  <a:pt x="161632" y="176517"/>
                </a:lnTo>
                <a:lnTo>
                  <a:pt x="166408" y="199771"/>
                </a:lnTo>
                <a:lnTo>
                  <a:pt x="219506" y="199771"/>
                </a:lnTo>
                <a:close/>
              </a:path>
              <a:path w="1035050" h="364490">
                <a:moveTo>
                  <a:pt x="454126" y="192112"/>
                </a:moveTo>
                <a:lnTo>
                  <a:pt x="448170" y="148907"/>
                </a:lnTo>
                <a:lnTo>
                  <a:pt x="418261" y="110223"/>
                </a:lnTo>
                <a:lnTo>
                  <a:pt x="369112" y="97853"/>
                </a:lnTo>
                <a:lnTo>
                  <a:pt x="347281" y="99199"/>
                </a:lnTo>
                <a:lnTo>
                  <a:pt x="329145" y="103238"/>
                </a:lnTo>
                <a:lnTo>
                  <a:pt x="314706" y="109969"/>
                </a:lnTo>
                <a:lnTo>
                  <a:pt x="303949" y="119392"/>
                </a:lnTo>
                <a:lnTo>
                  <a:pt x="303949" y="0"/>
                </a:lnTo>
                <a:lnTo>
                  <a:pt x="248704" y="0"/>
                </a:lnTo>
                <a:lnTo>
                  <a:pt x="248704" y="359867"/>
                </a:lnTo>
                <a:lnTo>
                  <a:pt x="303949" y="359867"/>
                </a:lnTo>
                <a:lnTo>
                  <a:pt x="303949" y="180378"/>
                </a:lnTo>
                <a:lnTo>
                  <a:pt x="308013" y="173469"/>
                </a:lnTo>
                <a:lnTo>
                  <a:pt x="339826" y="148983"/>
                </a:lnTo>
                <a:lnTo>
                  <a:pt x="356717" y="146558"/>
                </a:lnTo>
                <a:lnTo>
                  <a:pt x="366547" y="147205"/>
                </a:lnTo>
                <a:lnTo>
                  <a:pt x="398005" y="180860"/>
                </a:lnTo>
                <a:lnTo>
                  <a:pt x="398653" y="192786"/>
                </a:lnTo>
                <a:lnTo>
                  <a:pt x="398653" y="359867"/>
                </a:lnTo>
                <a:lnTo>
                  <a:pt x="454126" y="359867"/>
                </a:lnTo>
                <a:lnTo>
                  <a:pt x="454126" y="192112"/>
                </a:lnTo>
                <a:close/>
              </a:path>
              <a:path w="1035050" h="364490">
                <a:moveTo>
                  <a:pt x="708266" y="348145"/>
                </a:moveTo>
                <a:lnTo>
                  <a:pt x="706374" y="342734"/>
                </a:lnTo>
                <a:lnTo>
                  <a:pt x="704507" y="337426"/>
                </a:lnTo>
                <a:lnTo>
                  <a:pt x="701840" y="325145"/>
                </a:lnTo>
                <a:lnTo>
                  <a:pt x="700582" y="314325"/>
                </a:lnTo>
                <a:lnTo>
                  <a:pt x="700506" y="313690"/>
                </a:lnTo>
                <a:lnTo>
                  <a:pt x="700227" y="311277"/>
                </a:lnTo>
                <a:lnTo>
                  <a:pt x="700138" y="308610"/>
                </a:lnTo>
                <a:lnTo>
                  <a:pt x="699808" y="298983"/>
                </a:lnTo>
                <a:lnTo>
                  <a:pt x="699693" y="241261"/>
                </a:lnTo>
                <a:lnTo>
                  <a:pt x="699655" y="185801"/>
                </a:lnTo>
                <a:lnTo>
                  <a:pt x="692823" y="147751"/>
                </a:lnTo>
                <a:lnTo>
                  <a:pt x="657250" y="110286"/>
                </a:lnTo>
                <a:lnTo>
                  <a:pt x="602284" y="97853"/>
                </a:lnTo>
                <a:lnTo>
                  <a:pt x="580085" y="99415"/>
                </a:lnTo>
                <a:lnTo>
                  <a:pt x="542480" y="111874"/>
                </a:lnTo>
                <a:lnTo>
                  <a:pt x="505688" y="150368"/>
                </a:lnTo>
                <a:lnTo>
                  <a:pt x="505625" y="150558"/>
                </a:lnTo>
                <a:lnTo>
                  <a:pt x="500341" y="166255"/>
                </a:lnTo>
                <a:lnTo>
                  <a:pt x="500278" y="166966"/>
                </a:lnTo>
                <a:lnTo>
                  <a:pt x="498563" y="183540"/>
                </a:lnTo>
                <a:lnTo>
                  <a:pt x="553808" y="183540"/>
                </a:lnTo>
                <a:lnTo>
                  <a:pt x="580720" y="147459"/>
                </a:lnTo>
                <a:lnTo>
                  <a:pt x="599808" y="144983"/>
                </a:lnTo>
                <a:lnTo>
                  <a:pt x="609320" y="145605"/>
                </a:lnTo>
                <a:lnTo>
                  <a:pt x="610095" y="145605"/>
                </a:lnTo>
                <a:lnTo>
                  <a:pt x="641692" y="168935"/>
                </a:lnTo>
                <a:lnTo>
                  <a:pt x="644448" y="185801"/>
                </a:lnTo>
                <a:lnTo>
                  <a:pt x="644448" y="198424"/>
                </a:lnTo>
                <a:lnTo>
                  <a:pt x="644448" y="241261"/>
                </a:lnTo>
                <a:lnTo>
                  <a:pt x="644448" y="283210"/>
                </a:lnTo>
                <a:lnTo>
                  <a:pt x="641197" y="288531"/>
                </a:lnTo>
                <a:lnTo>
                  <a:pt x="607860" y="311785"/>
                </a:lnTo>
                <a:lnTo>
                  <a:pt x="588759" y="314325"/>
                </a:lnTo>
                <a:lnTo>
                  <a:pt x="579183" y="313690"/>
                </a:lnTo>
                <a:lnTo>
                  <a:pt x="549452" y="286639"/>
                </a:lnTo>
                <a:lnTo>
                  <a:pt x="548843" y="279590"/>
                </a:lnTo>
                <a:lnTo>
                  <a:pt x="552831" y="263296"/>
                </a:lnTo>
                <a:lnTo>
                  <a:pt x="564769" y="251472"/>
                </a:lnTo>
                <a:lnTo>
                  <a:pt x="584682" y="244119"/>
                </a:lnTo>
                <a:lnTo>
                  <a:pt x="612546" y="241261"/>
                </a:lnTo>
                <a:lnTo>
                  <a:pt x="644448" y="241261"/>
                </a:lnTo>
                <a:lnTo>
                  <a:pt x="644448" y="198424"/>
                </a:lnTo>
                <a:lnTo>
                  <a:pt x="609955" y="198424"/>
                </a:lnTo>
                <a:lnTo>
                  <a:pt x="585012" y="199796"/>
                </a:lnTo>
                <a:lnTo>
                  <a:pt x="542734" y="210794"/>
                </a:lnTo>
                <a:lnTo>
                  <a:pt x="511390" y="232702"/>
                </a:lnTo>
                <a:lnTo>
                  <a:pt x="493382" y="285229"/>
                </a:lnTo>
                <a:lnTo>
                  <a:pt x="494919" y="301269"/>
                </a:lnTo>
                <a:lnTo>
                  <a:pt x="517956" y="341490"/>
                </a:lnTo>
                <a:lnTo>
                  <a:pt x="563575" y="362940"/>
                </a:lnTo>
                <a:lnTo>
                  <a:pt x="582663" y="364375"/>
                </a:lnTo>
                <a:lnTo>
                  <a:pt x="594398" y="363791"/>
                </a:lnTo>
                <a:lnTo>
                  <a:pt x="638175" y="348513"/>
                </a:lnTo>
                <a:lnTo>
                  <a:pt x="646925" y="342734"/>
                </a:lnTo>
                <a:lnTo>
                  <a:pt x="647153" y="344982"/>
                </a:lnTo>
                <a:lnTo>
                  <a:pt x="649414" y="350697"/>
                </a:lnTo>
                <a:lnTo>
                  <a:pt x="653694" y="359867"/>
                </a:lnTo>
                <a:lnTo>
                  <a:pt x="708266" y="359867"/>
                </a:lnTo>
                <a:lnTo>
                  <a:pt x="708266" y="348145"/>
                </a:lnTo>
                <a:close/>
              </a:path>
              <a:path w="1035050" h="364490">
                <a:moveTo>
                  <a:pt x="883932" y="103492"/>
                </a:moveTo>
                <a:lnTo>
                  <a:pt x="877824" y="101028"/>
                </a:lnTo>
                <a:lnTo>
                  <a:pt x="871588" y="99263"/>
                </a:lnTo>
                <a:lnTo>
                  <a:pt x="865200" y="98209"/>
                </a:lnTo>
                <a:lnTo>
                  <a:pt x="858672" y="97853"/>
                </a:lnTo>
                <a:lnTo>
                  <a:pt x="839838" y="98894"/>
                </a:lnTo>
                <a:lnTo>
                  <a:pt x="824915" y="102006"/>
                </a:lnTo>
                <a:lnTo>
                  <a:pt x="813904" y="107175"/>
                </a:lnTo>
                <a:lnTo>
                  <a:pt x="806818" y="114427"/>
                </a:lnTo>
                <a:lnTo>
                  <a:pt x="806361" y="102362"/>
                </a:lnTo>
                <a:lnTo>
                  <a:pt x="752475" y="102362"/>
                </a:lnTo>
                <a:lnTo>
                  <a:pt x="752475" y="359867"/>
                </a:lnTo>
                <a:lnTo>
                  <a:pt x="807720" y="359867"/>
                </a:lnTo>
                <a:lnTo>
                  <a:pt x="807720" y="181279"/>
                </a:lnTo>
                <a:lnTo>
                  <a:pt x="815517" y="168262"/>
                </a:lnTo>
                <a:lnTo>
                  <a:pt x="826262" y="158965"/>
                </a:lnTo>
                <a:lnTo>
                  <a:pt x="839978" y="153377"/>
                </a:lnTo>
                <a:lnTo>
                  <a:pt x="856653" y="151523"/>
                </a:lnTo>
                <a:lnTo>
                  <a:pt x="862228" y="151726"/>
                </a:lnTo>
                <a:lnTo>
                  <a:pt x="868603" y="152336"/>
                </a:lnTo>
                <a:lnTo>
                  <a:pt x="883704" y="154787"/>
                </a:lnTo>
                <a:lnTo>
                  <a:pt x="883932" y="103492"/>
                </a:lnTo>
                <a:close/>
              </a:path>
              <a:path w="1035050" h="364490">
                <a:moveTo>
                  <a:pt x="1034465" y="358063"/>
                </a:moveTo>
                <a:lnTo>
                  <a:pt x="1034237" y="310603"/>
                </a:lnTo>
                <a:lnTo>
                  <a:pt x="1018006" y="313893"/>
                </a:lnTo>
                <a:lnTo>
                  <a:pt x="1012164" y="314718"/>
                </a:lnTo>
                <a:lnTo>
                  <a:pt x="1007859" y="314998"/>
                </a:lnTo>
                <a:lnTo>
                  <a:pt x="1002144" y="314998"/>
                </a:lnTo>
                <a:lnTo>
                  <a:pt x="997369" y="313791"/>
                </a:lnTo>
                <a:lnTo>
                  <a:pt x="989711" y="308914"/>
                </a:lnTo>
                <a:lnTo>
                  <a:pt x="987793" y="302666"/>
                </a:lnTo>
                <a:lnTo>
                  <a:pt x="987793" y="147916"/>
                </a:lnTo>
                <a:lnTo>
                  <a:pt x="1033335" y="147916"/>
                </a:lnTo>
                <a:lnTo>
                  <a:pt x="1033335" y="102362"/>
                </a:lnTo>
                <a:lnTo>
                  <a:pt x="987793" y="102362"/>
                </a:lnTo>
                <a:lnTo>
                  <a:pt x="987793" y="43065"/>
                </a:lnTo>
                <a:lnTo>
                  <a:pt x="932548" y="43065"/>
                </a:lnTo>
                <a:lnTo>
                  <a:pt x="932548" y="102362"/>
                </a:lnTo>
                <a:lnTo>
                  <a:pt x="887907" y="102362"/>
                </a:lnTo>
                <a:lnTo>
                  <a:pt x="887907" y="147916"/>
                </a:lnTo>
                <a:lnTo>
                  <a:pt x="932548" y="147916"/>
                </a:lnTo>
                <a:lnTo>
                  <a:pt x="932548" y="292442"/>
                </a:lnTo>
                <a:lnTo>
                  <a:pt x="933704" y="310870"/>
                </a:lnTo>
                <a:lnTo>
                  <a:pt x="951153" y="348373"/>
                </a:lnTo>
                <a:lnTo>
                  <a:pt x="995451" y="364375"/>
                </a:lnTo>
                <a:lnTo>
                  <a:pt x="1005039" y="363982"/>
                </a:lnTo>
                <a:lnTo>
                  <a:pt x="1014730" y="362800"/>
                </a:lnTo>
                <a:lnTo>
                  <a:pt x="1024547" y="360819"/>
                </a:lnTo>
                <a:lnTo>
                  <a:pt x="1034465" y="358063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480" y="1681131"/>
            <a:ext cx="4044438" cy="50084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4772" y="1794166"/>
            <a:ext cx="23876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835" dirty="0">
                <a:solidFill>
                  <a:srgbClr val="D06249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619" y="1831622"/>
            <a:ext cx="1320800" cy="268605"/>
            <a:chOff x="744619" y="1831622"/>
            <a:chExt cx="1320800" cy="268605"/>
          </a:xfrm>
        </p:grpSpPr>
        <p:sp>
          <p:nvSpPr>
            <p:cNvPr id="4" name="object 4"/>
            <p:cNvSpPr/>
            <p:nvPr/>
          </p:nvSpPr>
          <p:spPr>
            <a:xfrm>
              <a:off x="744619" y="1844905"/>
              <a:ext cx="183515" cy="255270"/>
            </a:xfrm>
            <a:custGeom>
              <a:avLst/>
              <a:gdLst/>
              <a:ahLst/>
              <a:cxnLst/>
              <a:rect l="l" t="t" r="r" b="b"/>
              <a:pathLst>
                <a:path w="183515" h="255269">
                  <a:moveTo>
                    <a:pt x="95112" y="255163"/>
                  </a:moveTo>
                  <a:lnTo>
                    <a:pt x="50425" y="246553"/>
                  </a:lnTo>
                  <a:lnTo>
                    <a:pt x="14348" y="220643"/>
                  </a:lnTo>
                  <a:lnTo>
                    <a:pt x="0" y="172841"/>
                  </a:lnTo>
                  <a:lnTo>
                    <a:pt x="41324" y="172841"/>
                  </a:lnTo>
                  <a:lnTo>
                    <a:pt x="42329" y="185130"/>
                  </a:lnTo>
                  <a:lnTo>
                    <a:pt x="45342" y="195348"/>
                  </a:lnTo>
                  <a:lnTo>
                    <a:pt x="84668" y="218952"/>
                  </a:lnTo>
                  <a:lnTo>
                    <a:pt x="95112" y="219577"/>
                  </a:lnTo>
                  <a:lnTo>
                    <a:pt x="105960" y="219014"/>
                  </a:lnTo>
                  <a:lnTo>
                    <a:pt x="140951" y="193709"/>
                  </a:lnTo>
                  <a:lnTo>
                    <a:pt x="141684" y="186616"/>
                  </a:lnTo>
                  <a:lnTo>
                    <a:pt x="141684" y="177160"/>
                  </a:lnTo>
                  <a:lnTo>
                    <a:pt x="102742" y="149658"/>
                  </a:lnTo>
                  <a:lnTo>
                    <a:pt x="69837" y="138927"/>
                  </a:lnTo>
                  <a:lnTo>
                    <a:pt x="54689" y="132460"/>
                  </a:lnTo>
                  <a:lnTo>
                    <a:pt x="19857" y="107600"/>
                  </a:lnTo>
                  <a:lnTo>
                    <a:pt x="7543" y="69858"/>
                  </a:lnTo>
                  <a:lnTo>
                    <a:pt x="9029" y="55417"/>
                  </a:lnTo>
                  <a:lnTo>
                    <a:pt x="31321" y="19842"/>
                  </a:lnTo>
                  <a:lnTo>
                    <a:pt x="75290" y="1240"/>
                  </a:lnTo>
                  <a:lnTo>
                    <a:pt x="93636" y="0"/>
                  </a:lnTo>
                  <a:lnTo>
                    <a:pt x="113637" y="1475"/>
                  </a:lnTo>
                  <a:lnTo>
                    <a:pt x="159312" y="23614"/>
                  </a:lnTo>
                  <a:lnTo>
                    <a:pt x="181220" y="65276"/>
                  </a:lnTo>
                  <a:lnTo>
                    <a:pt x="182681" y="81993"/>
                  </a:lnTo>
                  <a:lnTo>
                    <a:pt x="141356" y="81993"/>
                  </a:lnTo>
                  <a:lnTo>
                    <a:pt x="140633" y="71257"/>
                  </a:lnTo>
                  <a:lnTo>
                    <a:pt x="138466" y="61925"/>
                  </a:lnTo>
                  <a:lnTo>
                    <a:pt x="105151" y="36481"/>
                  </a:lnTo>
                  <a:lnTo>
                    <a:pt x="93636" y="35749"/>
                  </a:lnTo>
                  <a:lnTo>
                    <a:pt x="82746" y="36353"/>
                  </a:lnTo>
                  <a:lnTo>
                    <a:pt x="49693" y="62612"/>
                  </a:lnTo>
                  <a:lnTo>
                    <a:pt x="49031" y="69530"/>
                  </a:lnTo>
                  <a:lnTo>
                    <a:pt x="49031" y="77838"/>
                  </a:lnTo>
                  <a:lnTo>
                    <a:pt x="87169" y="103706"/>
                  </a:lnTo>
                  <a:lnTo>
                    <a:pt x="120115" y="114119"/>
                  </a:lnTo>
                  <a:lnTo>
                    <a:pt x="137236" y="121288"/>
                  </a:lnTo>
                  <a:lnTo>
                    <a:pt x="171945" y="147838"/>
                  </a:lnTo>
                  <a:lnTo>
                    <a:pt x="183336" y="186288"/>
                  </a:lnTo>
                  <a:lnTo>
                    <a:pt x="181809" y="201298"/>
                  </a:lnTo>
                  <a:lnTo>
                    <a:pt x="158902" y="236550"/>
                  </a:lnTo>
                  <a:lnTo>
                    <a:pt x="113857" y="253999"/>
                  </a:lnTo>
                  <a:lnTo>
                    <a:pt x="95112" y="2551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369" y="1906236"/>
              <a:ext cx="171329" cy="193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3157" y="1831631"/>
              <a:ext cx="640080" cy="268605"/>
            </a:xfrm>
            <a:custGeom>
              <a:avLst/>
              <a:gdLst/>
              <a:ahLst/>
              <a:cxnLst/>
              <a:rect l="l" t="t" r="r" b="b"/>
              <a:pathLst>
                <a:path w="640080" h="268605">
                  <a:moveTo>
                    <a:pt x="210007" y="263855"/>
                  </a:moveTo>
                  <a:lnTo>
                    <a:pt x="209842" y="229336"/>
                  </a:lnTo>
                  <a:lnTo>
                    <a:pt x="200494" y="231457"/>
                  </a:lnTo>
                  <a:lnTo>
                    <a:pt x="194094" y="232524"/>
                  </a:lnTo>
                  <a:lnTo>
                    <a:pt x="186499" y="232524"/>
                  </a:lnTo>
                  <a:lnTo>
                    <a:pt x="183032" y="231660"/>
                  </a:lnTo>
                  <a:lnTo>
                    <a:pt x="177457" y="228104"/>
                  </a:lnTo>
                  <a:lnTo>
                    <a:pt x="176060" y="223570"/>
                  </a:lnTo>
                  <a:lnTo>
                    <a:pt x="176060" y="111010"/>
                  </a:lnTo>
                  <a:lnTo>
                    <a:pt x="209181" y="111010"/>
                  </a:lnTo>
                  <a:lnTo>
                    <a:pt x="209181" y="77889"/>
                  </a:lnTo>
                  <a:lnTo>
                    <a:pt x="176060" y="77889"/>
                  </a:lnTo>
                  <a:lnTo>
                    <a:pt x="176060" y="34759"/>
                  </a:lnTo>
                  <a:lnTo>
                    <a:pt x="135890" y="34759"/>
                  </a:lnTo>
                  <a:lnTo>
                    <a:pt x="135890" y="77889"/>
                  </a:lnTo>
                  <a:lnTo>
                    <a:pt x="105930" y="77889"/>
                  </a:lnTo>
                  <a:lnTo>
                    <a:pt x="103416" y="77889"/>
                  </a:lnTo>
                  <a:lnTo>
                    <a:pt x="68211" y="77889"/>
                  </a:lnTo>
                  <a:lnTo>
                    <a:pt x="68211" y="63131"/>
                  </a:lnTo>
                  <a:lnTo>
                    <a:pt x="69989" y="51155"/>
                  </a:lnTo>
                  <a:lnTo>
                    <a:pt x="74891" y="42595"/>
                  </a:lnTo>
                  <a:lnTo>
                    <a:pt x="82943" y="37452"/>
                  </a:lnTo>
                  <a:lnTo>
                    <a:pt x="94119" y="35750"/>
                  </a:lnTo>
                  <a:lnTo>
                    <a:pt x="100139" y="35750"/>
                  </a:lnTo>
                  <a:lnTo>
                    <a:pt x="107099" y="36588"/>
                  </a:lnTo>
                  <a:lnTo>
                    <a:pt x="115036" y="38290"/>
                  </a:lnTo>
                  <a:lnTo>
                    <a:pt x="117322" y="3683"/>
                  </a:lnTo>
                  <a:lnTo>
                    <a:pt x="109855" y="2070"/>
                  </a:lnTo>
                  <a:lnTo>
                    <a:pt x="102997" y="914"/>
                  </a:lnTo>
                  <a:lnTo>
                    <a:pt x="96774" y="228"/>
                  </a:lnTo>
                  <a:lnTo>
                    <a:pt x="91173" y="0"/>
                  </a:lnTo>
                  <a:lnTo>
                    <a:pt x="77482" y="1016"/>
                  </a:lnTo>
                  <a:lnTo>
                    <a:pt x="37896" y="25349"/>
                  </a:lnTo>
                  <a:lnTo>
                    <a:pt x="28041" y="62966"/>
                  </a:lnTo>
                  <a:lnTo>
                    <a:pt x="28041" y="77889"/>
                  </a:lnTo>
                  <a:lnTo>
                    <a:pt x="0" y="77889"/>
                  </a:lnTo>
                  <a:lnTo>
                    <a:pt x="0" y="111010"/>
                  </a:lnTo>
                  <a:lnTo>
                    <a:pt x="28041" y="111010"/>
                  </a:lnTo>
                  <a:lnTo>
                    <a:pt x="28041" y="265163"/>
                  </a:lnTo>
                  <a:lnTo>
                    <a:pt x="68211" y="265163"/>
                  </a:lnTo>
                  <a:lnTo>
                    <a:pt x="68211" y="111010"/>
                  </a:lnTo>
                  <a:lnTo>
                    <a:pt x="103416" y="111010"/>
                  </a:lnTo>
                  <a:lnTo>
                    <a:pt x="105930" y="111010"/>
                  </a:lnTo>
                  <a:lnTo>
                    <a:pt x="135890" y="111010"/>
                  </a:lnTo>
                  <a:lnTo>
                    <a:pt x="135890" y="216128"/>
                  </a:lnTo>
                  <a:lnTo>
                    <a:pt x="149415" y="256794"/>
                  </a:lnTo>
                  <a:lnTo>
                    <a:pt x="181635" y="268439"/>
                  </a:lnTo>
                  <a:lnTo>
                    <a:pt x="188607" y="268160"/>
                  </a:lnTo>
                  <a:lnTo>
                    <a:pt x="195656" y="267296"/>
                  </a:lnTo>
                  <a:lnTo>
                    <a:pt x="202793" y="265861"/>
                  </a:lnTo>
                  <a:lnTo>
                    <a:pt x="210007" y="263855"/>
                  </a:lnTo>
                  <a:close/>
                </a:path>
                <a:path w="640080" h="268605">
                  <a:moveTo>
                    <a:pt x="469874" y="77889"/>
                  </a:moveTo>
                  <a:lnTo>
                    <a:pt x="429285" y="77889"/>
                  </a:lnTo>
                  <a:lnTo>
                    <a:pt x="398373" y="199974"/>
                  </a:lnTo>
                  <a:lnTo>
                    <a:pt x="360489" y="77889"/>
                  </a:lnTo>
                  <a:lnTo>
                    <a:pt x="328841" y="77889"/>
                  </a:lnTo>
                  <a:lnTo>
                    <a:pt x="291541" y="197523"/>
                  </a:lnTo>
                  <a:lnTo>
                    <a:pt x="259969" y="77889"/>
                  </a:lnTo>
                  <a:lnTo>
                    <a:pt x="219303" y="77889"/>
                  </a:lnTo>
                  <a:lnTo>
                    <a:pt x="273659" y="265163"/>
                  </a:lnTo>
                  <a:lnTo>
                    <a:pt x="305714" y="265163"/>
                  </a:lnTo>
                  <a:lnTo>
                    <a:pt x="344170" y="142252"/>
                  </a:lnTo>
                  <a:lnTo>
                    <a:pt x="383616" y="265163"/>
                  </a:lnTo>
                  <a:lnTo>
                    <a:pt x="415505" y="265163"/>
                  </a:lnTo>
                  <a:lnTo>
                    <a:pt x="469874" y="77889"/>
                  </a:lnTo>
                  <a:close/>
                </a:path>
                <a:path w="640080" h="268605">
                  <a:moveTo>
                    <a:pt x="639927" y="256641"/>
                  </a:moveTo>
                  <a:lnTo>
                    <a:pt x="634288" y="231571"/>
                  </a:lnTo>
                  <a:lnTo>
                    <a:pt x="634123" y="230187"/>
                  </a:lnTo>
                  <a:lnTo>
                    <a:pt x="634009" y="227888"/>
                  </a:lnTo>
                  <a:lnTo>
                    <a:pt x="633907" y="224663"/>
                  </a:lnTo>
                  <a:lnTo>
                    <a:pt x="633831" y="222542"/>
                  </a:lnTo>
                  <a:lnTo>
                    <a:pt x="633742" y="219875"/>
                  </a:lnTo>
                  <a:lnTo>
                    <a:pt x="633691" y="178904"/>
                  </a:lnTo>
                  <a:lnTo>
                    <a:pt x="633691" y="138887"/>
                  </a:lnTo>
                  <a:lnTo>
                    <a:pt x="632434" y="123799"/>
                  </a:lnTo>
                  <a:lnTo>
                    <a:pt x="613524" y="90678"/>
                  </a:lnTo>
                  <a:lnTo>
                    <a:pt x="577481" y="75615"/>
                  </a:lnTo>
                  <a:lnTo>
                    <a:pt x="562851" y="74612"/>
                  </a:lnTo>
                  <a:lnTo>
                    <a:pt x="546696" y="75742"/>
                  </a:lnTo>
                  <a:lnTo>
                    <a:pt x="508165" y="92735"/>
                  </a:lnTo>
                  <a:lnTo>
                    <a:pt x="487413" y="136931"/>
                  </a:lnTo>
                  <a:lnTo>
                    <a:pt x="527596" y="136931"/>
                  </a:lnTo>
                  <a:lnTo>
                    <a:pt x="527596" y="127800"/>
                  </a:lnTo>
                  <a:lnTo>
                    <a:pt x="530567" y="120853"/>
                  </a:lnTo>
                  <a:lnTo>
                    <a:pt x="561047" y="108889"/>
                  </a:lnTo>
                  <a:lnTo>
                    <a:pt x="567969" y="109334"/>
                  </a:lnTo>
                  <a:lnTo>
                    <a:pt x="568528" y="109334"/>
                  </a:lnTo>
                  <a:lnTo>
                    <a:pt x="593521" y="129438"/>
                  </a:lnTo>
                  <a:lnTo>
                    <a:pt x="593521" y="147751"/>
                  </a:lnTo>
                  <a:lnTo>
                    <a:pt x="593521" y="178904"/>
                  </a:lnTo>
                  <a:lnTo>
                    <a:pt x="593521" y="209410"/>
                  </a:lnTo>
                  <a:lnTo>
                    <a:pt x="590943" y="214604"/>
                  </a:lnTo>
                  <a:lnTo>
                    <a:pt x="553008" y="232041"/>
                  </a:lnTo>
                  <a:lnTo>
                    <a:pt x="543115" y="232041"/>
                  </a:lnTo>
                  <a:lnTo>
                    <a:pt x="523989" y="213893"/>
                  </a:lnTo>
                  <a:lnTo>
                    <a:pt x="523989" y="206781"/>
                  </a:lnTo>
                  <a:lnTo>
                    <a:pt x="526884" y="194919"/>
                  </a:lnTo>
                  <a:lnTo>
                    <a:pt x="535571" y="186321"/>
                  </a:lnTo>
                  <a:lnTo>
                    <a:pt x="550049" y="180987"/>
                  </a:lnTo>
                  <a:lnTo>
                    <a:pt x="570306" y="178904"/>
                  </a:lnTo>
                  <a:lnTo>
                    <a:pt x="593521" y="178904"/>
                  </a:lnTo>
                  <a:lnTo>
                    <a:pt x="593521" y="147751"/>
                  </a:lnTo>
                  <a:lnTo>
                    <a:pt x="568426" y="147751"/>
                  </a:lnTo>
                  <a:lnTo>
                    <a:pt x="550291" y="148742"/>
                  </a:lnTo>
                  <a:lnTo>
                    <a:pt x="506933" y="163741"/>
                  </a:lnTo>
                  <a:lnTo>
                    <a:pt x="485101" y="196253"/>
                  </a:lnTo>
                  <a:lnTo>
                    <a:pt x="483641" y="210883"/>
                  </a:lnTo>
                  <a:lnTo>
                    <a:pt x="484759" y="222542"/>
                  </a:lnTo>
                  <a:lnTo>
                    <a:pt x="511162" y="259080"/>
                  </a:lnTo>
                  <a:lnTo>
                    <a:pt x="548589" y="268439"/>
                  </a:lnTo>
                  <a:lnTo>
                    <a:pt x="557110" y="268008"/>
                  </a:lnTo>
                  <a:lnTo>
                    <a:pt x="594118" y="253961"/>
                  </a:lnTo>
                  <a:lnTo>
                    <a:pt x="595325" y="252704"/>
                  </a:lnTo>
                  <a:lnTo>
                    <a:pt x="595439" y="253961"/>
                  </a:lnTo>
                  <a:lnTo>
                    <a:pt x="595490" y="254342"/>
                  </a:lnTo>
                  <a:lnTo>
                    <a:pt x="597128" y="258495"/>
                  </a:lnTo>
                  <a:lnTo>
                    <a:pt x="600240" y="265163"/>
                  </a:lnTo>
                  <a:lnTo>
                    <a:pt x="639927" y="265163"/>
                  </a:lnTo>
                  <a:lnTo>
                    <a:pt x="639927" y="2566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3972" y="1906236"/>
              <a:ext cx="261339" cy="19383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7266" y="1844905"/>
            <a:ext cx="2052893" cy="3201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489584" algn="just">
              <a:lnSpc>
                <a:spcPts val="3090"/>
              </a:lnSpc>
              <a:spcBef>
                <a:spcPts val="265"/>
              </a:spcBef>
            </a:pPr>
            <a:r>
              <a:rPr spc="135" dirty="0"/>
              <a:t>Windows</a:t>
            </a:r>
            <a:r>
              <a:rPr spc="290" dirty="0"/>
              <a:t> </a:t>
            </a:r>
            <a:r>
              <a:rPr spc="80" dirty="0"/>
              <a:t>or</a:t>
            </a:r>
            <a:r>
              <a:rPr spc="330" dirty="0"/>
              <a:t> </a:t>
            </a:r>
            <a:r>
              <a:rPr spc="55" dirty="0"/>
              <a:t>any</a:t>
            </a:r>
            <a:r>
              <a:rPr spc="300" dirty="0"/>
              <a:t> </a:t>
            </a:r>
            <a:r>
              <a:rPr spc="145" dirty="0"/>
              <a:t>modern</a:t>
            </a:r>
            <a:r>
              <a:rPr spc="310" dirty="0"/>
              <a:t> </a:t>
            </a:r>
            <a:r>
              <a:rPr dirty="0"/>
              <a:t>OS,</a:t>
            </a:r>
            <a:r>
              <a:rPr spc="370" dirty="0"/>
              <a:t> </a:t>
            </a:r>
            <a:r>
              <a:rPr spc="85" dirty="0"/>
              <a:t>Python</a:t>
            </a:r>
            <a:r>
              <a:rPr spc="315" dirty="0"/>
              <a:t> </a:t>
            </a:r>
            <a:r>
              <a:rPr spc="100" dirty="0"/>
              <a:t>programming </a:t>
            </a:r>
            <a:r>
              <a:rPr dirty="0"/>
              <a:t>language,</a:t>
            </a:r>
            <a:r>
              <a:rPr spc="195" dirty="0"/>
              <a:t> </a:t>
            </a:r>
            <a:r>
              <a:rPr dirty="0"/>
              <a:t>and</a:t>
            </a:r>
            <a:r>
              <a:rPr spc="215" dirty="0"/>
              <a:t> </a:t>
            </a:r>
            <a:r>
              <a:rPr dirty="0"/>
              <a:t>an</a:t>
            </a:r>
            <a:r>
              <a:rPr spc="135" dirty="0"/>
              <a:t> </a:t>
            </a:r>
            <a:r>
              <a:rPr dirty="0"/>
              <a:t>IDE</a:t>
            </a:r>
            <a:r>
              <a:rPr spc="204" dirty="0"/>
              <a:t> </a:t>
            </a:r>
            <a:r>
              <a:rPr dirty="0"/>
              <a:t>like</a:t>
            </a:r>
            <a:r>
              <a:rPr spc="195" dirty="0"/>
              <a:t> </a:t>
            </a:r>
            <a:r>
              <a:rPr dirty="0"/>
              <a:t>VS</a:t>
            </a:r>
            <a:r>
              <a:rPr spc="130" dirty="0"/>
              <a:t> </a:t>
            </a:r>
            <a:r>
              <a:rPr spc="90" dirty="0"/>
              <a:t>Code</a:t>
            </a:r>
            <a:r>
              <a:rPr spc="195" dirty="0"/>
              <a:t> </a:t>
            </a:r>
            <a:r>
              <a:rPr dirty="0"/>
              <a:t>or</a:t>
            </a:r>
            <a:r>
              <a:rPr spc="150" dirty="0"/>
              <a:t> </a:t>
            </a:r>
            <a:r>
              <a:rPr dirty="0"/>
              <a:t>PyCharm.</a:t>
            </a:r>
            <a:r>
              <a:rPr spc="125" dirty="0"/>
              <a:t> </a:t>
            </a:r>
            <a:r>
              <a:rPr spc="-10" dirty="0"/>
              <a:t>Optional </a:t>
            </a:r>
            <a:r>
              <a:rPr dirty="0"/>
              <a:t>libraries</a:t>
            </a:r>
            <a:r>
              <a:rPr spc="245" dirty="0"/>
              <a:t> </a:t>
            </a:r>
            <a:r>
              <a:rPr spc="50" dirty="0"/>
              <a:t>such</a:t>
            </a:r>
            <a:r>
              <a:rPr spc="260" dirty="0"/>
              <a:t> </a:t>
            </a:r>
            <a:r>
              <a:rPr spc="60" dirty="0"/>
              <a:t>as</a:t>
            </a:r>
            <a:r>
              <a:rPr spc="245" dirty="0"/>
              <a:t> </a:t>
            </a:r>
            <a:r>
              <a:rPr dirty="0"/>
              <a:t>Pygame</a:t>
            </a:r>
            <a:r>
              <a:rPr spc="325" dirty="0"/>
              <a:t> </a:t>
            </a:r>
            <a:r>
              <a:rPr dirty="0"/>
              <a:t>or</a:t>
            </a:r>
            <a:r>
              <a:rPr spc="275" dirty="0"/>
              <a:t> </a:t>
            </a:r>
            <a:r>
              <a:rPr dirty="0"/>
              <a:t>Tkinter</a:t>
            </a:r>
            <a:r>
              <a:rPr spc="270" dirty="0"/>
              <a:t> </a:t>
            </a:r>
            <a:r>
              <a:rPr spc="80" dirty="0"/>
              <a:t>can</a:t>
            </a:r>
            <a:r>
              <a:rPr spc="260" dirty="0"/>
              <a:t> </a:t>
            </a:r>
            <a:r>
              <a:rPr dirty="0"/>
              <a:t>be</a:t>
            </a:r>
            <a:r>
              <a:rPr spc="325" dirty="0"/>
              <a:t> </a:t>
            </a:r>
            <a:r>
              <a:rPr spc="55" dirty="0"/>
              <a:t>used</a:t>
            </a:r>
            <a:r>
              <a:rPr spc="345" dirty="0"/>
              <a:t> </a:t>
            </a:r>
            <a:r>
              <a:rPr dirty="0"/>
              <a:t>for</a:t>
            </a:r>
            <a:r>
              <a:rPr spc="275" dirty="0"/>
              <a:t> </a:t>
            </a:r>
            <a:r>
              <a:rPr spc="-25" dirty="0"/>
              <a:t>the </a:t>
            </a:r>
            <a:r>
              <a:rPr dirty="0"/>
              <a:t>game</a:t>
            </a:r>
            <a:r>
              <a:rPr spc="-5" dirty="0"/>
              <a:t> </a:t>
            </a:r>
            <a:r>
              <a:rPr spc="-10" dirty="0"/>
              <a:t>interface.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759050" y="4087462"/>
            <a:ext cx="1415415" cy="265430"/>
            <a:chOff x="759050" y="4087462"/>
            <a:chExt cx="1415415" cy="265430"/>
          </a:xfrm>
        </p:grpSpPr>
        <p:sp>
          <p:nvSpPr>
            <p:cNvPr id="11" name="object 11"/>
            <p:cNvSpPr/>
            <p:nvPr/>
          </p:nvSpPr>
          <p:spPr>
            <a:xfrm>
              <a:off x="759040" y="4100931"/>
              <a:ext cx="193675" cy="247650"/>
            </a:xfrm>
            <a:custGeom>
              <a:avLst/>
              <a:gdLst/>
              <a:ahLst/>
              <a:cxnLst/>
              <a:rect l="l" t="t" r="r" b="b"/>
              <a:pathLst>
                <a:path w="193675" h="247650">
                  <a:moveTo>
                    <a:pt x="193344" y="0"/>
                  </a:moveTo>
                  <a:lnTo>
                    <a:pt x="152019" y="0"/>
                  </a:lnTo>
                  <a:lnTo>
                    <a:pt x="152019" y="102870"/>
                  </a:lnTo>
                  <a:lnTo>
                    <a:pt x="41490" y="102870"/>
                  </a:lnTo>
                  <a:lnTo>
                    <a:pt x="41490" y="0"/>
                  </a:lnTo>
                  <a:lnTo>
                    <a:pt x="0" y="0"/>
                  </a:lnTo>
                  <a:lnTo>
                    <a:pt x="0" y="102870"/>
                  </a:lnTo>
                  <a:lnTo>
                    <a:pt x="0" y="138430"/>
                  </a:lnTo>
                  <a:lnTo>
                    <a:pt x="0" y="247650"/>
                  </a:lnTo>
                  <a:lnTo>
                    <a:pt x="41490" y="247650"/>
                  </a:lnTo>
                  <a:lnTo>
                    <a:pt x="41490" y="138430"/>
                  </a:lnTo>
                  <a:lnTo>
                    <a:pt x="152019" y="138430"/>
                  </a:lnTo>
                  <a:lnTo>
                    <a:pt x="152019" y="247650"/>
                  </a:lnTo>
                  <a:lnTo>
                    <a:pt x="193344" y="247650"/>
                  </a:lnTo>
                  <a:lnTo>
                    <a:pt x="193344" y="138430"/>
                  </a:lnTo>
                  <a:lnTo>
                    <a:pt x="193344" y="102870"/>
                  </a:lnTo>
                  <a:lnTo>
                    <a:pt x="193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100" y="4158633"/>
              <a:ext cx="156279" cy="1938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4264" y="4158633"/>
              <a:ext cx="95604" cy="1905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75553" y="4087462"/>
              <a:ext cx="160020" cy="265430"/>
            </a:xfrm>
            <a:custGeom>
              <a:avLst/>
              <a:gdLst/>
              <a:ahLst/>
              <a:cxnLst/>
              <a:rect l="l" t="t" r="r" b="b"/>
              <a:pathLst>
                <a:path w="160019" h="265429">
                  <a:moveTo>
                    <a:pt x="159722" y="83715"/>
                  </a:moveTo>
                  <a:lnTo>
                    <a:pt x="119382" y="83715"/>
                  </a:lnTo>
                  <a:lnTo>
                    <a:pt x="119382" y="0"/>
                  </a:lnTo>
                  <a:lnTo>
                    <a:pt x="159722" y="0"/>
                  </a:lnTo>
                  <a:lnTo>
                    <a:pt x="159722" y="83715"/>
                  </a:lnTo>
                  <a:close/>
                </a:path>
                <a:path w="160019" h="265429">
                  <a:moveTo>
                    <a:pt x="74777" y="265002"/>
                  </a:moveTo>
                  <a:lnTo>
                    <a:pt x="31777" y="249874"/>
                  </a:lnTo>
                  <a:lnTo>
                    <a:pt x="5350" y="207975"/>
                  </a:lnTo>
                  <a:lnTo>
                    <a:pt x="0" y="171365"/>
                  </a:lnTo>
                  <a:lnTo>
                    <a:pt x="0" y="166610"/>
                  </a:lnTo>
                  <a:lnTo>
                    <a:pt x="5156" y="128155"/>
                  </a:lnTo>
                  <a:lnTo>
                    <a:pt x="31628" y="86113"/>
                  </a:lnTo>
                  <a:lnTo>
                    <a:pt x="75105" y="71170"/>
                  </a:lnTo>
                  <a:lnTo>
                    <a:pt x="90479" y="71954"/>
                  </a:lnTo>
                  <a:lnTo>
                    <a:pt x="102983" y="74306"/>
                  </a:lnTo>
                  <a:lnTo>
                    <a:pt x="112617" y="78226"/>
                  </a:lnTo>
                  <a:lnTo>
                    <a:pt x="119382" y="83715"/>
                  </a:lnTo>
                  <a:lnTo>
                    <a:pt x="159722" y="83715"/>
                  </a:lnTo>
                  <a:lnTo>
                    <a:pt x="159722" y="106591"/>
                  </a:lnTo>
                  <a:lnTo>
                    <a:pt x="82649" y="106591"/>
                  </a:lnTo>
                  <a:lnTo>
                    <a:pt x="72400" y="107682"/>
                  </a:lnTo>
                  <a:lnTo>
                    <a:pt x="42882" y="143426"/>
                  </a:lnTo>
                  <a:lnTo>
                    <a:pt x="40340" y="166610"/>
                  </a:lnTo>
                  <a:lnTo>
                    <a:pt x="40409" y="171365"/>
                  </a:lnTo>
                  <a:lnTo>
                    <a:pt x="50425" y="212280"/>
                  </a:lnTo>
                  <a:lnTo>
                    <a:pt x="82321" y="229417"/>
                  </a:lnTo>
                  <a:lnTo>
                    <a:pt x="159722" y="229417"/>
                  </a:lnTo>
                  <a:lnTo>
                    <a:pt x="159722" y="250407"/>
                  </a:lnTo>
                  <a:lnTo>
                    <a:pt x="121514" y="250407"/>
                  </a:lnTo>
                  <a:lnTo>
                    <a:pt x="114103" y="256792"/>
                  </a:lnTo>
                  <a:lnTo>
                    <a:pt x="103844" y="261353"/>
                  </a:lnTo>
                  <a:lnTo>
                    <a:pt x="90735" y="264090"/>
                  </a:lnTo>
                  <a:lnTo>
                    <a:pt x="74777" y="265002"/>
                  </a:lnTo>
                  <a:close/>
                </a:path>
                <a:path w="160019" h="265429">
                  <a:moveTo>
                    <a:pt x="159722" y="229417"/>
                  </a:moveTo>
                  <a:lnTo>
                    <a:pt x="82321" y="229417"/>
                  </a:lnTo>
                  <a:lnTo>
                    <a:pt x="94107" y="228038"/>
                  </a:lnTo>
                  <a:lnTo>
                    <a:pt x="104276" y="223851"/>
                  </a:lnTo>
                  <a:lnTo>
                    <a:pt x="112638" y="217010"/>
                  </a:lnTo>
                  <a:lnTo>
                    <a:pt x="119382" y="207360"/>
                  </a:lnTo>
                  <a:lnTo>
                    <a:pt x="119382" y="128155"/>
                  </a:lnTo>
                  <a:lnTo>
                    <a:pt x="112720" y="118721"/>
                  </a:lnTo>
                  <a:lnTo>
                    <a:pt x="104377" y="111982"/>
                  </a:lnTo>
                  <a:lnTo>
                    <a:pt x="94353" y="107939"/>
                  </a:lnTo>
                  <a:lnTo>
                    <a:pt x="82649" y="106591"/>
                  </a:lnTo>
                  <a:lnTo>
                    <a:pt x="159722" y="106591"/>
                  </a:lnTo>
                  <a:lnTo>
                    <a:pt x="159722" y="229417"/>
                  </a:lnTo>
                  <a:close/>
                </a:path>
                <a:path w="160019" h="265429">
                  <a:moveTo>
                    <a:pt x="159722" y="261722"/>
                  </a:moveTo>
                  <a:lnTo>
                    <a:pt x="122333" y="261722"/>
                  </a:lnTo>
                  <a:lnTo>
                    <a:pt x="121514" y="250407"/>
                  </a:lnTo>
                  <a:lnTo>
                    <a:pt x="159722" y="250407"/>
                  </a:lnTo>
                  <a:lnTo>
                    <a:pt x="159722" y="2617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1295" y="4158633"/>
              <a:ext cx="420625" cy="1938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2804" y="4158633"/>
              <a:ext cx="261339" cy="193832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06099" y="4097302"/>
            <a:ext cx="2052893" cy="3201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4772" y="3919072"/>
            <a:ext cx="9117330" cy="183261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250" spc="835" dirty="0">
                <a:solidFill>
                  <a:srgbClr val="D06249"/>
                </a:solidFill>
                <a:latin typeface="Arial MT"/>
                <a:cs typeface="Arial MT"/>
              </a:rPr>
              <a:t>•</a:t>
            </a:r>
            <a:endParaRPr sz="2250">
              <a:latin typeface="Arial MT"/>
              <a:cs typeface="Arial MT"/>
            </a:endParaRPr>
          </a:p>
          <a:p>
            <a:pPr marL="306070" marR="5080" indent="489584" algn="just">
              <a:lnSpc>
                <a:spcPts val="3090"/>
              </a:lnSpc>
              <a:spcBef>
                <a:spcPts val="1355"/>
              </a:spcBef>
            </a:pPr>
            <a:r>
              <a:rPr sz="2650" b="1" dirty="0">
                <a:latin typeface="Roboto Bk"/>
                <a:cs typeface="Roboto Bk"/>
              </a:rPr>
              <a:t>A</a:t>
            </a:r>
            <a:r>
              <a:rPr sz="2650" b="1" spc="17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basic</a:t>
            </a:r>
            <a:r>
              <a:rPr sz="2650" b="1" spc="19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computer</a:t>
            </a:r>
            <a:r>
              <a:rPr sz="2650" b="1" spc="12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with</a:t>
            </a:r>
            <a:r>
              <a:rPr sz="2650" b="1" spc="11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at</a:t>
            </a:r>
            <a:r>
              <a:rPr sz="2650" b="1" spc="15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least</a:t>
            </a:r>
            <a:r>
              <a:rPr sz="2650" b="1" spc="15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an</a:t>
            </a:r>
            <a:r>
              <a:rPr sz="2650" b="1" spc="11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Intel</a:t>
            </a:r>
            <a:r>
              <a:rPr sz="2650" b="1" spc="15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i3</a:t>
            </a:r>
            <a:r>
              <a:rPr sz="2650" b="1" spc="8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processor,</a:t>
            </a:r>
            <a:r>
              <a:rPr sz="2650" b="1" spc="165" dirty="0">
                <a:latin typeface="Roboto Bk"/>
                <a:cs typeface="Roboto Bk"/>
              </a:rPr>
              <a:t> </a:t>
            </a:r>
            <a:r>
              <a:rPr sz="2650" b="1" spc="-50" dirty="0">
                <a:latin typeface="Roboto Bk"/>
                <a:cs typeface="Roboto Bk"/>
              </a:rPr>
              <a:t>2 </a:t>
            </a:r>
            <a:r>
              <a:rPr sz="2650" b="1" dirty="0">
                <a:latin typeface="Roboto Bk"/>
                <a:cs typeface="Roboto Bk"/>
              </a:rPr>
              <a:t>GB</a:t>
            </a:r>
            <a:r>
              <a:rPr sz="2650" b="1" spc="27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RAM,</a:t>
            </a:r>
            <a:r>
              <a:rPr sz="2650" b="1" spc="310" dirty="0">
                <a:latin typeface="Roboto Bk"/>
                <a:cs typeface="Roboto Bk"/>
              </a:rPr>
              <a:t> </a:t>
            </a:r>
            <a:r>
              <a:rPr sz="2650" b="1" spc="50" dirty="0">
                <a:latin typeface="Roboto Bk"/>
                <a:cs typeface="Roboto Bk"/>
              </a:rPr>
              <a:t>and</a:t>
            </a:r>
            <a:r>
              <a:rPr sz="2650" b="1" spc="330" dirty="0">
                <a:latin typeface="Roboto Bk"/>
                <a:cs typeface="Roboto Bk"/>
              </a:rPr>
              <a:t> </a:t>
            </a:r>
            <a:r>
              <a:rPr sz="2650" b="1" spc="65" dirty="0">
                <a:latin typeface="Roboto Bk"/>
                <a:cs typeface="Roboto Bk"/>
              </a:rPr>
              <a:t>standard</a:t>
            </a:r>
            <a:r>
              <a:rPr sz="2650" b="1" spc="33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input</a:t>
            </a:r>
            <a:r>
              <a:rPr sz="2650" b="1" spc="290" dirty="0">
                <a:latin typeface="Roboto Bk"/>
                <a:cs typeface="Roboto Bk"/>
              </a:rPr>
              <a:t> </a:t>
            </a:r>
            <a:r>
              <a:rPr sz="2650" b="1" spc="100" dirty="0">
                <a:latin typeface="Roboto Bk"/>
                <a:cs typeface="Roboto Bk"/>
              </a:rPr>
              <a:t>devices</a:t>
            </a:r>
            <a:r>
              <a:rPr sz="2650" b="1" spc="229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like</a:t>
            </a:r>
            <a:r>
              <a:rPr sz="2650" b="1" spc="31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keyboard</a:t>
            </a:r>
            <a:r>
              <a:rPr sz="2650" b="1" spc="330" dirty="0">
                <a:latin typeface="Roboto Bk"/>
                <a:cs typeface="Roboto Bk"/>
              </a:rPr>
              <a:t> </a:t>
            </a:r>
            <a:r>
              <a:rPr sz="2650" b="1" spc="25" dirty="0">
                <a:latin typeface="Roboto Bk"/>
                <a:cs typeface="Roboto Bk"/>
              </a:rPr>
              <a:t>and </a:t>
            </a:r>
            <a:r>
              <a:rPr sz="2650" b="1" dirty="0">
                <a:latin typeface="Roboto Bk"/>
                <a:cs typeface="Roboto Bk"/>
              </a:rPr>
              <a:t>mouse.</a:t>
            </a:r>
            <a:r>
              <a:rPr sz="2650" b="1" spc="-10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No</a:t>
            </a:r>
            <a:r>
              <a:rPr sz="2650" b="1" spc="-4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special</a:t>
            </a:r>
            <a:r>
              <a:rPr sz="2650" b="1" spc="-6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hardware</a:t>
            </a:r>
            <a:r>
              <a:rPr sz="2650" b="1" spc="-5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is</a:t>
            </a:r>
            <a:r>
              <a:rPr sz="2650" b="1" spc="-110" dirty="0">
                <a:latin typeface="Roboto Bk"/>
                <a:cs typeface="Roboto Bk"/>
              </a:rPr>
              <a:t> </a:t>
            </a:r>
            <a:r>
              <a:rPr sz="2650" b="1" spc="-10" dirty="0">
                <a:latin typeface="Roboto Bk"/>
                <a:cs typeface="Roboto Bk"/>
              </a:rPr>
              <a:t>required.</a:t>
            </a:r>
            <a:endParaRPr sz="2650">
              <a:latin typeface="Roboto Bk"/>
              <a:cs typeface="Roboto Bk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527" y="565949"/>
            <a:ext cx="774065" cy="364490"/>
          </a:xfrm>
          <a:custGeom>
            <a:avLst/>
            <a:gdLst/>
            <a:ahLst/>
            <a:cxnLst/>
            <a:rect l="l" t="t" r="r" b="b"/>
            <a:pathLst>
              <a:path w="774065" h="364490">
                <a:moveTo>
                  <a:pt x="266852" y="241935"/>
                </a:moveTo>
                <a:lnTo>
                  <a:pt x="210261" y="241935"/>
                </a:lnTo>
                <a:lnTo>
                  <a:pt x="206578" y="259854"/>
                </a:lnTo>
                <a:lnTo>
                  <a:pt x="201739" y="275170"/>
                </a:lnTo>
                <a:lnTo>
                  <a:pt x="167500" y="311073"/>
                </a:lnTo>
                <a:lnTo>
                  <a:pt x="134835" y="315442"/>
                </a:lnTo>
                <a:lnTo>
                  <a:pt x="116179" y="313461"/>
                </a:lnTo>
                <a:lnTo>
                  <a:pt x="75869" y="283768"/>
                </a:lnTo>
                <a:lnTo>
                  <a:pt x="61582" y="248285"/>
                </a:lnTo>
                <a:lnTo>
                  <a:pt x="56819" y="205409"/>
                </a:lnTo>
                <a:lnTo>
                  <a:pt x="56819" y="172262"/>
                </a:lnTo>
                <a:lnTo>
                  <a:pt x="62026" y="127228"/>
                </a:lnTo>
                <a:lnTo>
                  <a:pt x="77673" y="92443"/>
                </a:lnTo>
                <a:lnTo>
                  <a:pt x="119849" y="64541"/>
                </a:lnTo>
                <a:lnTo>
                  <a:pt x="138671" y="62687"/>
                </a:lnTo>
                <a:lnTo>
                  <a:pt x="154927" y="63804"/>
                </a:lnTo>
                <a:lnTo>
                  <a:pt x="196215" y="90995"/>
                </a:lnTo>
                <a:lnTo>
                  <a:pt x="210146" y="136867"/>
                </a:lnTo>
                <a:lnTo>
                  <a:pt x="266738" y="136867"/>
                </a:lnTo>
                <a:lnTo>
                  <a:pt x="254368" y="85039"/>
                </a:lnTo>
                <a:lnTo>
                  <a:pt x="228968" y="46113"/>
                </a:lnTo>
                <a:lnTo>
                  <a:pt x="190500" y="21678"/>
                </a:lnTo>
                <a:lnTo>
                  <a:pt x="138671" y="13525"/>
                </a:lnTo>
                <a:lnTo>
                  <a:pt x="108318" y="16268"/>
                </a:lnTo>
                <a:lnTo>
                  <a:pt x="57645" y="38201"/>
                </a:lnTo>
                <a:lnTo>
                  <a:pt x="20993" y="81038"/>
                </a:lnTo>
                <a:lnTo>
                  <a:pt x="2324" y="138709"/>
                </a:lnTo>
                <a:lnTo>
                  <a:pt x="0" y="172720"/>
                </a:lnTo>
                <a:lnTo>
                  <a:pt x="0" y="207899"/>
                </a:lnTo>
                <a:lnTo>
                  <a:pt x="9715" y="271424"/>
                </a:lnTo>
                <a:lnTo>
                  <a:pt x="37541" y="321310"/>
                </a:lnTo>
                <a:lnTo>
                  <a:pt x="80289" y="353606"/>
                </a:lnTo>
                <a:lnTo>
                  <a:pt x="134835" y="364375"/>
                </a:lnTo>
                <a:lnTo>
                  <a:pt x="163918" y="362318"/>
                </a:lnTo>
                <a:lnTo>
                  <a:pt x="210870" y="345859"/>
                </a:lnTo>
                <a:lnTo>
                  <a:pt x="243141" y="313474"/>
                </a:lnTo>
                <a:lnTo>
                  <a:pt x="262191" y="268719"/>
                </a:lnTo>
                <a:lnTo>
                  <a:pt x="266852" y="241935"/>
                </a:lnTo>
                <a:close/>
              </a:path>
              <a:path w="774065" h="364490">
                <a:moveTo>
                  <a:pt x="523176" y="226377"/>
                </a:moveTo>
                <a:lnTo>
                  <a:pt x="514769" y="176212"/>
                </a:lnTo>
                <a:lnTo>
                  <a:pt x="490931" y="134835"/>
                </a:lnTo>
                <a:lnTo>
                  <a:pt x="467702" y="115189"/>
                </a:lnTo>
                <a:lnTo>
                  <a:pt x="467702" y="228638"/>
                </a:lnTo>
                <a:lnTo>
                  <a:pt x="467702" y="234505"/>
                </a:lnTo>
                <a:lnTo>
                  <a:pt x="458622" y="280073"/>
                </a:lnTo>
                <a:lnTo>
                  <a:pt x="432371" y="310515"/>
                </a:lnTo>
                <a:lnTo>
                  <a:pt x="419836" y="315061"/>
                </a:lnTo>
                <a:lnTo>
                  <a:pt x="419976" y="315061"/>
                </a:lnTo>
                <a:lnTo>
                  <a:pt x="405472" y="316572"/>
                </a:lnTo>
                <a:lnTo>
                  <a:pt x="390829" y="315061"/>
                </a:lnTo>
                <a:lnTo>
                  <a:pt x="378104" y="310515"/>
                </a:lnTo>
                <a:lnTo>
                  <a:pt x="351599" y="279590"/>
                </a:lnTo>
                <a:lnTo>
                  <a:pt x="342823" y="234505"/>
                </a:lnTo>
                <a:lnTo>
                  <a:pt x="342785" y="228638"/>
                </a:lnTo>
                <a:lnTo>
                  <a:pt x="343763" y="212305"/>
                </a:lnTo>
                <a:lnTo>
                  <a:pt x="358457" y="170243"/>
                </a:lnTo>
                <a:lnTo>
                  <a:pt x="390575" y="147193"/>
                </a:lnTo>
                <a:lnTo>
                  <a:pt x="405028" y="145656"/>
                </a:lnTo>
                <a:lnTo>
                  <a:pt x="419569" y="147193"/>
                </a:lnTo>
                <a:lnTo>
                  <a:pt x="451815" y="170243"/>
                </a:lnTo>
                <a:lnTo>
                  <a:pt x="466712" y="212305"/>
                </a:lnTo>
                <a:lnTo>
                  <a:pt x="467702" y="228638"/>
                </a:lnTo>
                <a:lnTo>
                  <a:pt x="467702" y="115189"/>
                </a:lnTo>
                <a:lnTo>
                  <a:pt x="453669" y="107099"/>
                </a:lnTo>
                <a:lnTo>
                  <a:pt x="430771" y="100164"/>
                </a:lnTo>
                <a:lnTo>
                  <a:pt x="405028" y="97853"/>
                </a:lnTo>
                <a:lnTo>
                  <a:pt x="379742" y="100164"/>
                </a:lnTo>
                <a:lnTo>
                  <a:pt x="379412" y="100164"/>
                </a:lnTo>
                <a:lnTo>
                  <a:pt x="336321" y="119037"/>
                </a:lnTo>
                <a:lnTo>
                  <a:pt x="305308" y="155460"/>
                </a:lnTo>
                <a:lnTo>
                  <a:pt x="289521" y="202018"/>
                </a:lnTo>
                <a:lnTo>
                  <a:pt x="287540" y="228638"/>
                </a:lnTo>
                <a:lnTo>
                  <a:pt x="287591" y="234505"/>
                </a:lnTo>
                <a:lnTo>
                  <a:pt x="295465" y="284810"/>
                </a:lnTo>
                <a:lnTo>
                  <a:pt x="319227" y="326834"/>
                </a:lnTo>
                <a:lnTo>
                  <a:pt x="356628" y="354990"/>
                </a:lnTo>
                <a:lnTo>
                  <a:pt x="405472" y="364375"/>
                </a:lnTo>
                <a:lnTo>
                  <a:pt x="431228" y="362026"/>
                </a:lnTo>
                <a:lnTo>
                  <a:pt x="454152" y="354990"/>
                </a:lnTo>
                <a:lnTo>
                  <a:pt x="474243" y="343255"/>
                </a:lnTo>
                <a:lnTo>
                  <a:pt x="491490" y="326834"/>
                </a:lnTo>
                <a:lnTo>
                  <a:pt x="498640" y="316572"/>
                </a:lnTo>
                <a:lnTo>
                  <a:pt x="505358" y="306946"/>
                </a:lnTo>
                <a:lnTo>
                  <a:pt x="515251" y="284810"/>
                </a:lnTo>
                <a:lnTo>
                  <a:pt x="521195" y="260438"/>
                </a:lnTo>
                <a:lnTo>
                  <a:pt x="523125" y="234505"/>
                </a:lnTo>
                <a:lnTo>
                  <a:pt x="523176" y="226377"/>
                </a:lnTo>
                <a:close/>
              </a:path>
              <a:path w="774065" h="364490">
                <a:moveTo>
                  <a:pt x="773722" y="0"/>
                </a:moveTo>
                <a:lnTo>
                  <a:pt x="718248" y="0"/>
                </a:lnTo>
                <a:lnTo>
                  <a:pt x="718248" y="115112"/>
                </a:lnTo>
                <a:lnTo>
                  <a:pt x="718248" y="176212"/>
                </a:lnTo>
                <a:lnTo>
                  <a:pt x="718248" y="285115"/>
                </a:lnTo>
                <a:lnTo>
                  <a:pt x="708977" y="298386"/>
                </a:lnTo>
                <a:lnTo>
                  <a:pt x="697484" y="307797"/>
                </a:lnTo>
                <a:lnTo>
                  <a:pt x="683501" y="313550"/>
                </a:lnTo>
                <a:lnTo>
                  <a:pt x="667296" y="315442"/>
                </a:lnTo>
                <a:lnTo>
                  <a:pt x="653300" y="313969"/>
                </a:lnTo>
                <a:lnTo>
                  <a:pt x="617372" y="279425"/>
                </a:lnTo>
                <a:lnTo>
                  <a:pt x="609663" y="235623"/>
                </a:lnTo>
                <a:lnTo>
                  <a:pt x="609561" y="229082"/>
                </a:lnTo>
                <a:lnTo>
                  <a:pt x="610438" y="212496"/>
                </a:lnTo>
                <a:lnTo>
                  <a:pt x="623544" y="170573"/>
                </a:lnTo>
                <a:lnTo>
                  <a:pt x="667740" y="146558"/>
                </a:lnTo>
                <a:lnTo>
                  <a:pt x="683831" y="148412"/>
                </a:lnTo>
                <a:lnTo>
                  <a:pt x="697623" y="153974"/>
                </a:lnTo>
                <a:lnTo>
                  <a:pt x="709091" y="163245"/>
                </a:lnTo>
                <a:lnTo>
                  <a:pt x="718248" y="176212"/>
                </a:lnTo>
                <a:lnTo>
                  <a:pt x="718248" y="115112"/>
                </a:lnTo>
                <a:lnTo>
                  <a:pt x="708952" y="107556"/>
                </a:lnTo>
                <a:lnTo>
                  <a:pt x="695706" y="102171"/>
                </a:lnTo>
                <a:lnTo>
                  <a:pt x="678510" y="98933"/>
                </a:lnTo>
                <a:lnTo>
                  <a:pt x="657364" y="97853"/>
                </a:lnTo>
                <a:lnTo>
                  <a:pt x="635127" y="100139"/>
                </a:lnTo>
                <a:lnTo>
                  <a:pt x="597585" y="118402"/>
                </a:lnTo>
                <a:lnTo>
                  <a:pt x="569976" y="153974"/>
                </a:lnTo>
                <a:lnTo>
                  <a:pt x="555866" y="201358"/>
                </a:lnTo>
                <a:lnTo>
                  <a:pt x="554101" y="229082"/>
                </a:lnTo>
                <a:lnTo>
                  <a:pt x="554101" y="235623"/>
                </a:lnTo>
                <a:lnTo>
                  <a:pt x="561454" y="285965"/>
                </a:lnTo>
                <a:lnTo>
                  <a:pt x="582625" y="327393"/>
                </a:lnTo>
                <a:lnTo>
                  <a:pt x="615238" y="355130"/>
                </a:lnTo>
                <a:lnTo>
                  <a:pt x="656920" y="364375"/>
                </a:lnTo>
                <a:lnTo>
                  <a:pt x="678865" y="363118"/>
                </a:lnTo>
                <a:lnTo>
                  <a:pt x="696887" y="359359"/>
                </a:lnTo>
                <a:lnTo>
                  <a:pt x="710996" y="353085"/>
                </a:lnTo>
                <a:lnTo>
                  <a:pt x="721182" y="344309"/>
                </a:lnTo>
                <a:lnTo>
                  <a:pt x="722312" y="359867"/>
                </a:lnTo>
                <a:lnTo>
                  <a:pt x="773722" y="359867"/>
                </a:lnTo>
                <a:lnTo>
                  <a:pt x="773722" y="344309"/>
                </a:lnTo>
                <a:lnTo>
                  <a:pt x="773722" y="315442"/>
                </a:lnTo>
                <a:lnTo>
                  <a:pt x="773722" y="146558"/>
                </a:lnTo>
                <a:lnTo>
                  <a:pt x="773722" y="115112"/>
                </a:lnTo>
                <a:lnTo>
                  <a:pt x="773722" y="0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4059" y="663801"/>
            <a:ext cx="220979" cy="266700"/>
          </a:xfrm>
          <a:custGeom>
            <a:avLst/>
            <a:gdLst/>
            <a:ahLst/>
            <a:cxnLst/>
            <a:rect l="l" t="t" r="r" b="b"/>
            <a:pathLst>
              <a:path w="220980" h="266700">
                <a:moveTo>
                  <a:pt x="118828" y="266519"/>
                </a:moveTo>
                <a:lnTo>
                  <a:pt x="70293" y="257725"/>
                </a:lnTo>
                <a:lnTo>
                  <a:pt x="32469" y="231344"/>
                </a:lnTo>
                <a:lnTo>
                  <a:pt x="8117" y="191321"/>
                </a:lnTo>
                <a:lnTo>
                  <a:pt x="0" y="141827"/>
                </a:lnTo>
                <a:lnTo>
                  <a:pt x="0" y="132357"/>
                </a:lnTo>
                <a:lnTo>
                  <a:pt x="4002" y="93743"/>
                </a:lnTo>
                <a:lnTo>
                  <a:pt x="24683" y="47153"/>
                </a:lnTo>
                <a:lnTo>
                  <a:pt x="58061" y="15783"/>
                </a:lnTo>
                <a:lnTo>
                  <a:pt x="98922" y="986"/>
                </a:lnTo>
                <a:lnTo>
                  <a:pt x="113417" y="0"/>
                </a:lnTo>
                <a:lnTo>
                  <a:pt x="139432" y="2283"/>
                </a:lnTo>
                <a:lnTo>
                  <a:pt x="161670" y="9132"/>
                </a:lnTo>
                <a:lnTo>
                  <a:pt x="180131" y="20547"/>
                </a:lnTo>
                <a:lnTo>
                  <a:pt x="194816" y="36528"/>
                </a:lnTo>
                <a:lnTo>
                  <a:pt x="201397" y="47802"/>
                </a:lnTo>
                <a:lnTo>
                  <a:pt x="113417" y="47802"/>
                </a:lnTo>
                <a:lnTo>
                  <a:pt x="102882" y="48816"/>
                </a:lnTo>
                <a:lnTo>
                  <a:pt x="69201" y="72590"/>
                </a:lnTo>
                <a:lnTo>
                  <a:pt x="57723" y="104172"/>
                </a:lnTo>
                <a:lnTo>
                  <a:pt x="165236" y="107661"/>
                </a:lnTo>
                <a:lnTo>
                  <a:pt x="165277" y="108005"/>
                </a:lnTo>
                <a:lnTo>
                  <a:pt x="219375" y="108005"/>
                </a:lnTo>
                <a:lnTo>
                  <a:pt x="220520" y="126269"/>
                </a:lnTo>
                <a:lnTo>
                  <a:pt x="220520" y="151749"/>
                </a:lnTo>
                <a:lnTo>
                  <a:pt x="55693" y="151749"/>
                </a:lnTo>
                <a:lnTo>
                  <a:pt x="57025" y="163741"/>
                </a:lnTo>
                <a:lnTo>
                  <a:pt x="83096" y="206893"/>
                </a:lnTo>
                <a:lnTo>
                  <a:pt x="121083" y="218942"/>
                </a:lnTo>
                <a:lnTo>
                  <a:pt x="213923" y="218942"/>
                </a:lnTo>
                <a:lnTo>
                  <a:pt x="211107" y="222789"/>
                </a:lnTo>
                <a:lnTo>
                  <a:pt x="180159" y="251073"/>
                </a:lnTo>
                <a:lnTo>
                  <a:pt x="136951" y="265553"/>
                </a:lnTo>
                <a:lnTo>
                  <a:pt x="118828" y="266519"/>
                </a:lnTo>
                <a:close/>
              </a:path>
              <a:path w="220980" h="266700">
                <a:moveTo>
                  <a:pt x="219375" y="108005"/>
                </a:moveTo>
                <a:lnTo>
                  <a:pt x="165277" y="108005"/>
                </a:lnTo>
                <a:lnTo>
                  <a:pt x="170780" y="107661"/>
                </a:lnTo>
                <a:lnTo>
                  <a:pt x="165236" y="107661"/>
                </a:lnTo>
                <a:lnTo>
                  <a:pt x="152650" y="66629"/>
                </a:lnTo>
                <a:lnTo>
                  <a:pt x="113417" y="47802"/>
                </a:lnTo>
                <a:lnTo>
                  <a:pt x="201397" y="47802"/>
                </a:lnTo>
                <a:lnTo>
                  <a:pt x="206061" y="55792"/>
                </a:lnTo>
                <a:lnTo>
                  <a:pt x="214094" y="77171"/>
                </a:lnTo>
                <a:lnTo>
                  <a:pt x="218914" y="100663"/>
                </a:lnTo>
                <a:lnTo>
                  <a:pt x="219353" y="107661"/>
                </a:lnTo>
                <a:lnTo>
                  <a:pt x="170780" y="107661"/>
                </a:lnTo>
                <a:lnTo>
                  <a:pt x="165277" y="108005"/>
                </a:lnTo>
                <a:lnTo>
                  <a:pt x="219375" y="108005"/>
                </a:lnTo>
                <a:close/>
              </a:path>
              <a:path w="220980" h="266700">
                <a:moveTo>
                  <a:pt x="213923" y="218942"/>
                </a:moveTo>
                <a:lnTo>
                  <a:pt x="121083" y="218942"/>
                </a:lnTo>
                <a:lnTo>
                  <a:pt x="130828" y="218428"/>
                </a:lnTo>
                <a:lnTo>
                  <a:pt x="139770" y="216885"/>
                </a:lnTo>
                <a:lnTo>
                  <a:pt x="176721" y="192025"/>
                </a:lnTo>
                <a:lnTo>
                  <a:pt x="184105" y="182978"/>
                </a:lnTo>
                <a:lnTo>
                  <a:pt x="219619" y="211163"/>
                </a:lnTo>
                <a:lnTo>
                  <a:pt x="213923" y="218942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7F4D8F-63E3-53B6-B656-38A7F1B611D5}"/>
              </a:ext>
            </a:extLst>
          </p:cNvPr>
          <p:cNvSpPr txBox="1"/>
          <p:nvPr/>
        </p:nvSpPr>
        <p:spPr>
          <a:xfrm>
            <a:off x="440441" y="1853324"/>
            <a:ext cx="7848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gameState</a:t>
            </a:r>
            <a:r>
              <a:rPr lang="en-IN" sz="1200" dirty="0"/>
              <a:t> = {</a:t>
            </a:r>
          </a:p>
          <a:p>
            <a:r>
              <a:rPr lang="en-IN" sz="1200" dirty="0"/>
              <a:t>    board: Array(9).fill(''),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currentPlayer</a:t>
            </a:r>
            <a:r>
              <a:rPr lang="en-IN" sz="1200" dirty="0"/>
              <a:t>: 'X',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gameOver</a:t>
            </a:r>
            <a:r>
              <a:rPr lang="en-IN" sz="1200" dirty="0"/>
              <a:t>: false,</a:t>
            </a:r>
          </a:p>
          <a:p>
            <a:r>
              <a:rPr lang="en-IN" sz="1200" dirty="0"/>
              <a:t>    scores: {</a:t>
            </a:r>
          </a:p>
          <a:p>
            <a:r>
              <a:rPr lang="en-IN" sz="1200" dirty="0"/>
              <a:t>        player: 0,</a:t>
            </a:r>
          </a:p>
          <a:p>
            <a:r>
              <a:rPr lang="en-IN" sz="1200" dirty="0"/>
              <a:t>        ai: 0,</a:t>
            </a:r>
          </a:p>
          <a:p>
            <a:r>
              <a:rPr lang="en-IN" sz="1200" dirty="0"/>
              <a:t>        ties: 0</a:t>
            </a:r>
          </a:p>
          <a:p>
            <a:r>
              <a:rPr lang="en-IN" sz="1200" dirty="0"/>
              <a:t>    },</a:t>
            </a:r>
          </a:p>
          <a:p>
            <a:r>
              <a:rPr lang="en-IN" sz="1200" dirty="0"/>
              <a:t>    difficulty: 'medium'</a:t>
            </a:r>
          </a:p>
          <a:p>
            <a:r>
              <a:rPr lang="en-IN" sz="1200" dirty="0"/>
              <a:t>};</a:t>
            </a:r>
          </a:p>
          <a:p>
            <a:endParaRPr lang="en-IN" sz="1200" dirty="0"/>
          </a:p>
          <a:p>
            <a:r>
              <a:rPr lang="en-IN" sz="1200" dirty="0"/>
              <a:t>// Initialize board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initializeBoard</a:t>
            </a:r>
            <a:r>
              <a:rPr lang="en-IN" sz="1200" dirty="0"/>
              <a:t>()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gameBoard</a:t>
            </a:r>
            <a:r>
              <a:rPr lang="en-IN" sz="1200" dirty="0"/>
              <a:t> = </a:t>
            </a:r>
            <a:r>
              <a:rPr lang="en-IN" sz="1200" dirty="0" err="1"/>
              <a:t>document.getElementById</a:t>
            </a:r>
            <a:r>
              <a:rPr lang="en-IN" sz="1200" dirty="0"/>
              <a:t>('game-board');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gameBoard.innerHTML</a:t>
            </a:r>
            <a:r>
              <a:rPr lang="en-IN" sz="1200" dirty="0"/>
              <a:t> = '';</a:t>
            </a:r>
          </a:p>
          <a:p>
            <a:r>
              <a:rPr lang="en-IN" sz="1200" dirty="0"/>
              <a:t>    for (let </a:t>
            </a:r>
            <a:r>
              <a:rPr lang="en-IN" sz="1200" dirty="0" err="1"/>
              <a:t>i</a:t>
            </a:r>
            <a:r>
              <a:rPr lang="en-IN" sz="1200" dirty="0"/>
              <a:t> = 0; </a:t>
            </a:r>
            <a:r>
              <a:rPr lang="en-IN" sz="1200" dirty="0" err="1"/>
              <a:t>i</a:t>
            </a:r>
            <a:r>
              <a:rPr lang="en-IN" sz="1200" dirty="0"/>
              <a:t> &lt; 9; </a:t>
            </a:r>
            <a:r>
              <a:rPr lang="en-IN" sz="1200" dirty="0" err="1"/>
              <a:t>i</a:t>
            </a:r>
            <a:r>
              <a:rPr lang="en-IN" sz="1200" dirty="0"/>
              <a:t>++)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cell = </a:t>
            </a:r>
            <a:r>
              <a:rPr lang="en-IN" sz="1200" dirty="0" err="1"/>
              <a:t>document.createElement</a:t>
            </a:r>
            <a:r>
              <a:rPr lang="en-IN" sz="1200" dirty="0"/>
              <a:t>('div');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cell.className</a:t>
            </a:r>
            <a:r>
              <a:rPr lang="en-IN" sz="1200" dirty="0"/>
              <a:t> = 'cell';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cell.dataset.index</a:t>
            </a:r>
            <a:r>
              <a:rPr lang="en-IN" sz="1200" dirty="0"/>
              <a:t> = </a:t>
            </a:r>
            <a:r>
              <a:rPr lang="en-IN" sz="1200" dirty="0" err="1"/>
              <a:t>i</a:t>
            </a:r>
            <a:r>
              <a:rPr lang="en-IN" sz="1200" dirty="0"/>
              <a:t>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cell.addEventListener</a:t>
            </a:r>
            <a:r>
              <a:rPr lang="en-IN" sz="1200" dirty="0"/>
              <a:t>('click', () =&gt; </a:t>
            </a:r>
            <a:r>
              <a:rPr lang="en-IN" sz="1200" dirty="0" err="1"/>
              <a:t>handleCellClick</a:t>
            </a:r>
            <a:r>
              <a:rPr lang="en-IN" sz="1200" dirty="0"/>
              <a:t>(</a:t>
            </a:r>
            <a:r>
              <a:rPr lang="en-IN" sz="1200" dirty="0" err="1"/>
              <a:t>i</a:t>
            </a:r>
            <a:r>
              <a:rPr lang="en-IN" sz="1200" dirty="0"/>
              <a:t>));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gameBoard.appendChild</a:t>
            </a:r>
            <a:r>
              <a:rPr lang="en-IN" sz="1200" dirty="0"/>
              <a:t>(cell);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304" y="579471"/>
            <a:ext cx="278130" cy="351155"/>
          </a:xfrm>
          <a:custGeom>
            <a:avLst/>
            <a:gdLst/>
            <a:ahLst/>
            <a:cxnLst/>
            <a:rect l="l" t="t" r="r" b="b"/>
            <a:pathLst>
              <a:path w="278130" h="351155">
                <a:moveTo>
                  <a:pt x="139122" y="350849"/>
                </a:moveTo>
                <a:lnTo>
                  <a:pt x="83267" y="339772"/>
                </a:lnTo>
                <a:lnTo>
                  <a:pt x="38703" y="306542"/>
                </a:lnTo>
                <a:lnTo>
                  <a:pt x="10140" y="255322"/>
                </a:lnTo>
                <a:lnTo>
                  <a:pt x="0" y="185796"/>
                </a:lnTo>
                <a:lnTo>
                  <a:pt x="30" y="164601"/>
                </a:lnTo>
                <a:lnTo>
                  <a:pt x="9639" y="96787"/>
                </a:lnTo>
                <a:lnTo>
                  <a:pt x="38557" y="44419"/>
                </a:lnTo>
                <a:lnTo>
                  <a:pt x="82920" y="11104"/>
                </a:lnTo>
                <a:lnTo>
                  <a:pt x="109506" y="2733"/>
                </a:lnTo>
                <a:lnTo>
                  <a:pt x="109818" y="2733"/>
                </a:lnTo>
                <a:lnTo>
                  <a:pt x="138671" y="0"/>
                </a:lnTo>
                <a:lnTo>
                  <a:pt x="195041" y="10935"/>
                </a:lnTo>
                <a:lnTo>
                  <a:pt x="239010" y="43743"/>
                </a:lnTo>
                <a:lnTo>
                  <a:pt x="243737" y="50507"/>
                </a:lnTo>
                <a:lnTo>
                  <a:pt x="138671" y="50507"/>
                </a:lnTo>
                <a:lnTo>
                  <a:pt x="121102" y="52311"/>
                </a:lnTo>
                <a:lnTo>
                  <a:pt x="79139" y="79369"/>
                </a:lnTo>
                <a:lnTo>
                  <a:pt x="62235" y="115108"/>
                </a:lnTo>
                <a:lnTo>
                  <a:pt x="56715" y="162346"/>
                </a:lnTo>
                <a:lnTo>
                  <a:pt x="56595" y="185796"/>
                </a:lnTo>
                <a:lnTo>
                  <a:pt x="58012" y="212424"/>
                </a:lnTo>
                <a:lnTo>
                  <a:pt x="69342" y="255322"/>
                </a:lnTo>
                <a:lnTo>
                  <a:pt x="105609" y="293323"/>
                </a:lnTo>
                <a:lnTo>
                  <a:pt x="139122" y="300566"/>
                </a:lnTo>
                <a:lnTo>
                  <a:pt x="243986" y="300566"/>
                </a:lnTo>
                <a:lnTo>
                  <a:pt x="239912" y="306542"/>
                </a:lnTo>
                <a:lnTo>
                  <a:pt x="219492" y="325926"/>
                </a:lnTo>
                <a:lnTo>
                  <a:pt x="195887" y="339772"/>
                </a:lnTo>
                <a:lnTo>
                  <a:pt x="169097" y="348080"/>
                </a:lnTo>
                <a:lnTo>
                  <a:pt x="139122" y="350849"/>
                </a:lnTo>
                <a:close/>
              </a:path>
              <a:path w="278130" h="351155">
                <a:moveTo>
                  <a:pt x="243986" y="300566"/>
                </a:moveTo>
                <a:lnTo>
                  <a:pt x="139122" y="300566"/>
                </a:lnTo>
                <a:lnTo>
                  <a:pt x="157527" y="298755"/>
                </a:lnTo>
                <a:lnTo>
                  <a:pt x="173733" y="293323"/>
                </a:lnTo>
                <a:lnTo>
                  <a:pt x="208937" y="255322"/>
                </a:lnTo>
                <a:lnTo>
                  <a:pt x="219635" y="212424"/>
                </a:lnTo>
                <a:lnTo>
                  <a:pt x="220971" y="185796"/>
                </a:lnTo>
                <a:lnTo>
                  <a:pt x="220856" y="162346"/>
                </a:lnTo>
                <a:lnTo>
                  <a:pt x="215532" y="115108"/>
                </a:lnTo>
                <a:lnTo>
                  <a:pt x="199212" y="79369"/>
                </a:lnTo>
                <a:lnTo>
                  <a:pt x="156998" y="52311"/>
                </a:lnTo>
                <a:lnTo>
                  <a:pt x="138671" y="50507"/>
                </a:lnTo>
                <a:lnTo>
                  <a:pt x="243737" y="50507"/>
                </a:lnTo>
                <a:lnTo>
                  <a:pt x="255625" y="67517"/>
                </a:lnTo>
                <a:lnTo>
                  <a:pt x="267590" y="95209"/>
                </a:lnTo>
                <a:lnTo>
                  <a:pt x="274904" y="126819"/>
                </a:lnTo>
                <a:lnTo>
                  <a:pt x="277567" y="162346"/>
                </a:lnTo>
                <a:lnTo>
                  <a:pt x="277567" y="185796"/>
                </a:lnTo>
                <a:lnTo>
                  <a:pt x="275214" y="222007"/>
                </a:lnTo>
                <a:lnTo>
                  <a:pt x="268153" y="254202"/>
                </a:lnTo>
                <a:lnTo>
                  <a:pt x="256386" y="282380"/>
                </a:lnTo>
                <a:lnTo>
                  <a:pt x="243986" y="300566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0206" y="609015"/>
            <a:ext cx="626745" cy="410845"/>
          </a:xfrm>
          <a:custGeom>
            <a:avLst/>
            <a:gdLst/>
            <a:ahLst/>
            <a:cxnLst/>
            <a:rect l="l" t="t" r="r" b="b"/>
            <a:pathLst>
              <a:path w="626744" h="410844">
                <a:moveTo>
                  <a:pt x="205638" y="59296"/>
                </a:moveTo>
                <a:lnTo>
                  <a:pt x="150177" y="59296"/>
                </a:lnTo>
                <a:lnTo>
                  <a:pt x="150177" y="242277"/>
                </a:lnTo>
                <a:lnTo>
                  <a:pt x="141376" y="255447"/>
                </a:lnTo>
                <a:lnTo>
                  <a:pt x="128981" y="264858"/>
                </a:lnTo>
                <a:lnTo>
                  <a:pt x="112966" y="270497"/>
                </a:lnTo>
                <a:lnTo>
                  <a:pt x="93345" y="272376"/>
                </a:lnTo>
                <a:lnTo>
                  <a:pt x="86156" y="271792"/>
                </a:lnTo>
                <a:lnTo>
                  <a:pt x="55968" y="237464"/>
                </a:lnTo>
                <a:lnTo>
                  <a:pt x="55245" y="223901"/>
                </a:lnTo>
                <a:lnTo>
                  <a:pt x="55245" y="59296"/>
                </a:lnTo>
                <a:lnTo>
                  <a:pt x="0" y="59296"/>
                </a:lnTo>
                <a:lnTo>
                  <a:pt x="0" y="223456"/>
                </a:lnTo>
                <a:lnTo>
                  <a:pt x="1511" y="247484"/>
                </a:lnTo>
                <a:lnTo>
                  <a:pt x="13576" y="284861"/>
                </a:lnTo>
                <a:lnTo>
                  <a:pt x="51866" y="315531"/>
                </a:lnTo>
                <a:lnTo>
                  <a:pt x="86817" y="321310"/>
                </a:lnTo>
                <a:lnTo>
                  <a:pt x="109829" y="320217"/>
                </a:lnTo>
                <a:lnTo>
                  <a:pt x="128358" y="316915"/>
                </a:lnTo>
                <a:lnTo>
                  <a:pt x="142405" y="311416"/>
                </a:lnTo>
                <a:lnTo>
                  <a:pt x="151980" y="303720"/>
                </a:lnTo>
                <a:lnTo>
                  <a:pt x="152425" y="316801"/>
                </a:lnTo>
                <a:lnTo>
                  <a:pt x="205638" y="316801"/>
                </a:lnTo>
                <a:lnTo>
                  <a:pt x="205638" y="59296"/>
                </a:lnTo>
                <a:close/>
              </a:path>
              <a:path w="626744" h="410844">
                <a:moveTo>
                  <a:pt x="369582" y="314998"/>
                </a:moveTo>
                <a:lnTo>
                  <a:pt x="369366" y="267538"/>
                </a:lnTo>
                <a:lnTo>
                  <a:pt x="353123" y="270827"/>
                </a:lnTo>
                <a:lnTo>
                  <a:pt x="347294" y="271653"/>
                </a:lnTo>
                <a:lnTo>
                  <a:pt x="342976" y="271932"/>
                </a:lnTo>
                <a:lnTo>
                  <a:pt x="337261" y="271932"/>
                </a:lnTo>
                <a:lnTo>
                  <a:pt x="332498" y="270725"/>
                </a:lnTo>
                <a:lnTo>
                  <a:pt x="324827" y="265849"/>
                </a:lnTo>
                <a:lnTo>
                  <a:pt x="322910" y="259600"/>
                </a:lnTo>
                <a:lnTo>
                  <a:pt x="322910" y="104851"/>
                </a:lnTo>
                <a:lnTo>
                  <a:pt x="368452" y="104851"/>
                </a:lnTo>
                <a:lnTo>
                  <a:pt x="368452" y="59296"/>
                </a:lnTo>
                <a:lnTo>
                  <a:pt x="322910" y="59296"/>
                </a:lnTo>
                <a:lnTo>
                  <a:pt x="322910" y="0"/>
                </a:lnTo>
                <a:lnTo>
                  <a:pt x="267665" y="0"/>
                </a:lnTo>
                <a:lnTo>
                  <a:pt x="267665" y="59296"/>
                </a:lnTo>
                <a:lnTo>
                  <a:pt x="223024" y="59296"/>
                </a:lnTo>
                <a:lnTo>
                  <a:pt x="223024" y="104851"/>
                </a:lnTo>
                <a:lnTo>
                  <a:pt x="267665" y="104851"/>
                </a:lnTo>
                <a:lnTo>
                  <a:pt x="267665" y="249377"/>
                </a:lnTo>
                <a:lnTo>
                  <a:pt x="268833" y="267804"/>
                </a:lnTo>
                <a:lnTo>
                  <a:pt x="286270" y="305308"/>
                </a:lnTo>
                <a:lnTo>
                  <a:pt x="330581" y="321310"/>
                </a:lnTo>
                <a:lnTo>
                  <a:pt x="340156" y="320916"/>
                </a:lnTo>
                <a:lnTo>
                  <a:pt x="349859" y="319735"/>
                </a:lnTo>
                <a:lnTo>
                  <a:pt x="359664" y="317754"/>
                </a:lnTo>
                <a:lnTo>
                  <a:pt x="369582" y="314998"/>
                </a:lnTo>
                <a:close/>
              </a:path>
              <a:path w="626744" h="410844">
                <a:moveTo>
                  <a:pt x="626338" y="186016"/>
                </a:moveTo>
                <a:lnTo>
                  <a:pt x="619772" y="133350"/>
                </a:lnTo>
                <a:lnTo>
                  <a:pt x="600062" y="91427"/>
                </a:lnTo>
                <a:lnTo>
                  <a:pt x="585635" y="75539"/>
                </a:lnTo>
                <a:lnTo>
                  <a:pt x="585520" y="75399"/>
                </a:lnTo>
                <a:lnTo>
                  <a:pt x="570865" y="65824"/>
                </a:lnTo>
                <a:lnTo>
                  <a:pt x="570865" y="186016"/>
                </a:lnTo>
                <a:lnTo>
                  <a:pt x="570865" y="190754"/>
                </a:lnTo>
                <a:lnTo>
                  <a:pt x="562876" y="236677"/>
                </a:lnTo>
                <a:lnTo>
                  <a:pt x="538505" y="267474"/>
                </a:lnTo>
                <a:lnTo>
                  <a:pt x="512470" y="273507"/>
                </a:lnTo>
                <a:lnTo>
                  <a:pt x="496493" y="271741"/>
                </a:lnTo>
                <a:lnTo>
                  <a:pt x="482765" y="266458"/>
                </a:lnTo>
                <a:lnTo>
                  <a:pt x="471246" y="257657"/>
                </a:lnTo>
                <a:lnTo>
                  <a:pt x="461962" y="245325"/>
                </a:lnTo>
                <a:lnTo>
                  <a:pt x="461962" y="132130"/>
                </a:lnTo>
                <a:lnTo>
                  <a:pt x="471131" y="119608"/>
                </a:lnTo>
                <a:lnTo>
                  <a:pt x="482536" y="110655"/>
                </a:lnTo>
                <a:lnTo>
                  <a:pt x="496163" y="105283"/>
                </a:lnTo>
                <a:lnTo>
                  <a:pt x="512013" y="103492"/>
                </a:lnTo>
                <a:lnTo>
                  <a:pt x="526224" y="104990"/>
                </a:lnTo>
                <a:lnTo>
                  <a:pt x="562876" y="140169"/>
                </a:lnTo>
                <a:lnTo>
                  <a:pt x="570865" y="186016"/>
                </a:lnTo>
                <a:lnTo>
                  <a:pt x="570865" y="65824"/>
                </a:lnTo>
                <a:lnTo>
                  <a:pt x="568020" y="63957"/>
                </a:lnTo>
                <a:lnTo>
                  <a:pt x="547573" y="57086"/>
                </a:lnTo>
                <a:lnTo>
                  <a:pt x="524192" y="54787"/>
                </a:lnTo>
                <a:lnTo>
                  <a:pt x="502119" y="56083"/>
                </a:lnTo>
                <a:lnTo>
                  <a:pt x="483920" y="59982"/>
                </a:lnTo>
                <a:lnTo>
                  <a:pt x="469595" y="66459"/>
                </a:lnTo>
                <a:lnTo>
                  <a:pt x="459143" y="75539"/>
                </a:lnTo>
                <a:lnTo>
                  <a:pt x="459130" y="75399"/>
                </a:lnTo>
                <a:lnTo>
                  <a:pt x="457898" y="59296"/>
                </a:lnTo>
                <a:lnTo>
                  <a:pt x="406488" y="59296"/>
                </a:lnTo>
                <a:lnTo>
                  <a:pt x="406488" y="410603"/>
                </a:lnTo>
                <a:lnTo>
                  <a:pt x="461962" y="410603"/>
                </a:lnTo>
                <a:lnTo>
                  <a:pt x="461962" y="303834"/>
                </a:lnTo>
                <a:lnTo>
                  <a:pt x="471893" y="311480"/>
                </a:lnTo>
                <a:lnTo>
                  <a:pt x="485686" y="316941"/>
                </a:lnTo>
                <a:lnTo>
                  <a:pt x="503351" y="320217"/>
                </a:lnTo>
                <a:lnTo>
                  <a:pt x="524865" y="321310"/>
                </a:lnTo>
                <a:lnTo>
                  <a:pt x="547865" y="318973"/>
                </a:lnTo>
                <a:lnTo>
                  <a:pt x="585406" y="300253"/>
                </a:lnTo>
                <a:lnTo>
                  <a:pt x="611492" y="263982"/>
                </a:lnTo>
                <a:lnTo>
                  <a:pt x="624687" y="217424"/>
                </a:lnTo>
                <a:lnTo>
                  <a:pt x="626338" y="190754"/>
                </a:lnTo>
                <a:lnTo>
                  <a:pt x="626338" y="186016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1897" y="609015"/>
            <a:ext cx="370205" cy="321310"/>
          </a:xfrm>
          <a:custGeom>
            <a:avLst/>
            <a:gdLst/>
            <a:ahLst/>
            <a:cxnLst/>
            <a:rect l="l" t="t" r="r" b="b"/>
            <a:pathLst>
              <a:path w="370205" h="321309">
                <a:moveTo>
                  <a:pt x="205638" y="59296"/>
                </a:moveTo>
                <a:lnTo>
                  <a:pt x="150164" y="59296"/>
                </a:lnTo>
                <a:lnTo>
                  <a:pt x="150164" y="242277"/>
                </a:lnTo>
                <a:lnTo>
                  <a:pt x="141376" y="255447"/>
                </a:lnTo>
                <a:lnTo>
                  <a:pt x="128981" y="264858"/>
                </a:lnTo>
                <a:lnTo>
                  <a:pt x="112966" y="270497"/>
                </a:lnTo>
                <a:lnTo>
                  <a:pt x="93345" y="272376"/>
                </a:lnTo>
                <a:lnTo>
                  <a:pt x="86156" y="271792"/>
                </a:lnTo>
                <a:lnTo>
                  <a:pt x="55968" y="237464"/>
                </a:lnTo>
                <a:lnTo>
                  <a:pt x="55245" y="223901"/>
                </a:lnTo>
                <a:lnTo>
                  <a:pt x="55245" y="59296"/>
                </a:lnTo>
                <a:lnTo>
                  <a:pt x="0" y="59296"/>
                </a:lnTo>
                <a:lnTo>
                  <a:pt x="0" y="223456"/>
                </a:lnTo>
                <a:lnTo>
                  <a:pt x="1511" y="247484"/>
                </a:lnTo>
                <a:lnTo>
                  <a:pt x="13576" y="284861"/>
                </a:lnTo>
                <a:lnTo>
                  <a:pt x="51866" y="315531"/>
                </a:lnTo>
                <a:lnTo>
                  <a:pt x="86804" y="321310"/>
                </a:lnTo>
                <a:lnTo>
                  <a:pt x="109829" y="320217"/>
                </a:lnTo>
                <a:lnTo>
                  <a:pt x="128358" y="316915"/>
                </a:lnTo>
                <a:lnTo>
                  <a:pt x="142405" y="311416"/>
                </a:lnTo>
                <a:lnTo>
                  <a:pt x="151968" y="303720"/>
                </a:lnTo>
                <a:lnTo>
                  <a:pt x="152425" y="316801"/>
                </a:lnTo>
                <a:lnTo>
                  <a:pt x="205638" y="316801"/>
                </a:lnTo>
                <a:lnTo>
                  <a:pt x="205638" y="59296"/>
                </a:lnTo>
                <a:close/>
              </a:path>
              <a:path w="370205" h="321309">
                <a:moveTo>
                  <a:pt x="369582" y="314998"/>
                </a:moveTo>
                <a:lnTo>
                  <a:pt x="369354" y="267538"/>
                </a:lnTo>
                <a:lnTo>
                  <a:pt x="353123" y="270827"/>
                </a:lnTo>
                <a:lnTo>
                  <a:pt x="347294" y="271653"/>
                </a:lnTo>
                <a:lnTo>
                  <a:pt x="342976" y="271932"/>
                </a:lnTo>
                <a:lnTo>
                  <a:pt x="337261" y="271932"/>
                </a:lnTo>
                <a:lnTo>
                  <a:pt x="332498" y="270725"/>
                </a:lnTo>
                <a:lnTo>
                  <a:pt x="324827" y="265849"/>
                </a:lnTo>
                <a:lnTo>
                  <a:pt x="322910" y="259600"/>
                </a:lnTo>
                <a:lnTo>
                  <a:pt x="322910" y="104851"/>
                </a:lnTo>
                <a:lnTo>
                  <a:pt x="368452" y="104851"/>
                </a:lnTo>
                <a:lnTo>
                  <a:pt x="368452" y="59296"/>
                </a:lnTo>
                <a:lnTo>
                  <a:pt x="322910" y="59296"/>
                </a:lnTo>
                <a:lnTo>
                  <a:pt x="322910" y="0"/>
                </a:lnTo>
                <a:lnTo>
                  <a:pt x="267665" y="0"/>
                </a:lnTo>
                <a:lnTo>
                  <a:pt x="267665" y="59296"/>
                </a:lnTo>
                <a:lnTo>
                  <a:pt x="223024" y="59296"/>
                </a:lnTo>
                <a:lnTo>
                  <a:pt x="223024" y="104851"/>
                </a:lnTo>
                <a:lnTo>
                  <a:pt x="267665" y="104851"/>
                </a:lnTo>
                <a:lnTo>
                  <a:pt x="267665" y="249377"/>
                </a:lnTo>
                <a:lnTo>
                  <a:pt x="268833" y="267804"/>
                </a:lnTo>
                <a:lnTo>
                  <a:pt x="286270" y="305308"/>
                </a:lnTo>
                <a:lnTo>
                  <a:pt x="330581" y="321310"/>
                </a:lnTo>
                <a:lnTo>
                  <a:pt x="340156" y="320916"/>
                </a:lnTo>
                <a:lnTo>
                  <a:pt x="349859" y="319735"/>
                </a:lnTo>
                <a:lnTo>
                  <a:pt x="359664" y="317754"/>
                </a:lnTo>
                <a:lnTo>
                  <a:pt x="369582" y="314998"/>
                </a:lnTo>
                <a:close/>
              </a:path>
            </a:pathLst>
          </a:custGeom>
          <a:solidFill>
            <a:srgbClr val="363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4F5D07-D9A1-216B-4256-E9C43C6A5C95}"/>
              </a:ext>
            </a:extLst>
          </p:cNvPr>
          <p:cNvSpPr txBox="1"/>
          <p:nvPr/>
        </p:nvSpPr>
        <p:spPr>
          <a:xfrm>
            <a:off x="241300" y="1608425"/>
            <a:ext cx="503971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// Handle player click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handleCellClick</a:t>
            </a:r>
            <a:r>
              <a:rPr lang="en-IN" sz="1200" dirty="0"/>
              <a:t>(index) {</a:t>
            </a:r>
          </a:p>
          <a:p>
            <a:r>
              <a:rPr lang="en-IN" sz="1200" dirty="0"/>
              <a:t>    if (</a:t>
            </a:r>
            <a:r>
              <a:rPr lang="en-IN" sz="1200" dirty="0" err="1"/>
              <a:t>gameState.board</a:t>
            </a:r>
            <a:r>
              <a:rPr lang="en-IN" sz="1200" dirty="0"/>
              <a:t>[index] !== '' || </a:t>
            </a:r>
            <a:r>
              <a:rPr lang="en-IN" sz="1200" dirty="0" err="1"/>
              <a:t>gameState.gameOver</a:t>
            </a:r>
            <a:r>
              <a:rPr lang="en-IN" sz="1200" dirty="0"/>
              <a:t> || </a:t>
            </a:r>
            <a:r>
              <a:rPr lang="en-IN" sz="1200" dirty="0" err="1"/>
              <a:t>gameState.currentPlayer</a:t>
            </a:r>
            <a:r>
              <a:rPr lang="en-IN" sz="1200" dirty="0"/>
              <a:t> !== 'X') return;</a:t>
            </a:r>
          </a:p>
          <a:p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dirty="0" err="1"/>
              <a:t>makeMove</a:t>
            </a:r>
            <a:r>
              <a:rPr lang="en-IN" sz="1200" dirty="0"/>
              <a:t>(index, 'X');</a:t>
            </a:r>
          </a:p>
          <a:p>
            <a:endParaRPr lang="en-IN" sz="1200" dirty="0"/>
          </a:p>
          <a:p>
            <a:r>
              <a:rPr lang="en-IN" sz="1200" dirty="0"/>
              <a:t>    if (!</a:t>
            </a:r>
            <a:r>
              <a:rPr lang="en-IN" sz="1200" dirty="0" err="1"/>
              <a:t>checkGameOver</a:t>
            </a:r>
            <a:r>
              <a:rPr lang="en-IN" sz="1200" dirty="0"/>
              <a:t>())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setTimeout</a:t>
            </a:r>
            <a:r>
              <a:rPr lang="en-IN" sz="1200" dirty="0"/>
              <a:t>(() =&gt;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aiMove</a:t>
            </a:r>
            <a:r>
              <a:rPr lang="en-IN" sz="1200" dirty="0"/>
              <a:t> = </a:t>
            </a:r>
            <a:r>
              <a:rPr lang="en-IN" sz="1200" dirty="0" err="1"/>
              <a:t>getAIMove</a:t>
            </a:r>
            <a:r>
              <a:rPr lang="en-IN" sz="1200" dirty="0"/>
              <a:t>();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makeMove</a:t>
            </a:r>
            <a:r>
              <a:rPr lang="en-IN" sz="1200" dirty="0"/>
              <a:t>(</a:t>
            </a:r>
            <a:r>
              <a:rPr lang="en-IN" sz="1200" dirty="0" err="1"/>
              <a:t>aiMove</a:t>
            </a:r>
            <a:r>
              <a:rPr lang="en-IN" sz="1200" dirty="0"/>
              <a:t>, 'O');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checkGameOver</a:t>
            </a:r>
            <a:r>
              <a:rPr lang="en-IN" sz="1200" dirty="0"/>
              <a:t>();</a:t>
            </a:r>
          </a:p>
          <a:p>
            <a:r>
              <a:rPr lang="en-IN" sz="1200" dirty="0"/>
              <a:t>        }, 500);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// Make move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makeMove</a:t>
            </a:r>
            <a:r>
              <a:rPr lang="en-IN" sz="1200" dirty="0"/>
              <a:t>(index, player)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gameState.board</a:t>
            </a:r>
            <a:r>
              <a:rPr lang="en-IN" sz="1200" dirty="0"/>
              <a:t>[index] = player;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cell = </a:t>
            </a:r>
            <a:r>
              <a:rPr lang="en-IN" sz="1200" dirty="0" err="1"/>
              <a:t>document.querySelector</a:t>
            </a:r>
            <a:r>
              <a:rPr lang="en-IN" sz="1200" dirty="0"/>
              <a:t>(`.cell[data-index="${index}"]`);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cell.textContent</a:t>
            </a:r>
            <a:r>
              <a:rPr lang="en-IN" sz="1200" dirty="0"/>
              <a:t> = player;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cell.classList.add</a:t>
            </a:r>
            <a:r>
              <a:rPr lang="en-IN" sz="1200" dirty="0"/>
              <a:t>(</a:t>
            </a:r>
            <a:r>
              <a:rPr lang="en-IN" sz="1200" dirty="0" err="1"/>
              <a:t>player.toLowerCase</a:t>
            </a:r>
            <a:r>
              <a:rPr lang="en-IN" sz="1200" dirty="0"/>
              <a:t>());</a:t>
            </a:r>
          </a:p>
          <a:p>
            <a:r>
              <a:rPr lang="en-IN" sz="12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34F56-1575-D987-C0D9-8A743D6501F7}"/>
              </a:ext>
            </a:extLst>
          </p:cNvPr>
          <p:cNvSpPr txBox="1"/>
          <p:nvPr/>
        </p:nvSpPr>
        <p:spPr>
          <a:xfrm>
            <a:off x="469900" y="1516092"/>
            <a:ext cx="54102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// Check winner patterns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checkWinner</a:t>
            </a:r>
            <a:r>
              <a:rPr lang="en-IN" sz="1200" dirty="0"/>
              <a:t>()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winPatterns</a:t>
            </a:r>
            <a:r>
              <a:rPr lang="en-IN" sz="1200" dirty="0"/>
              <a:t> = [</a:t>
            </a:r>
          </a:p>
          <a:p>
            <a:r>
              <a:rPr lang="en-IN" sz="1200" dirty="0"/>
              <a:t>        [0, 1, 2], [3, 4, 5], [6, 7, 8],</a:t>
            </a:r>
          </a:p>
          <a:p>
            <a:r>
              <a:rPr lang="en-IN" sz="1200" dirty="0"/>
              <a:t>        [0, 3, 6], [1, 4, 7], [2, 5, 8],</a:t>
            </a:r>
          </a:p>
          <a:p>
            <a:r>
              <a:rPr lang="en-IN" sz="1200" dirty="0"/>
              <a:t>        [0, 4, 8], [2, 4, 6]</a:t>
            </a:r>
          </a:p>
          <a:p>
            <a:r>
              <a:rPr lang="en-IN" sz="1200" dirty="0"/>
              <a:t>    ];</a:t>
            </a:r>
          </a:p>
          <a:p>
            <a:endParaRPr lang="en-IN" sz="1200" dirty="0"/>
          </a:p>
          <a:p>
            <a:r>
              <a:rPr lang="en-IN" sz="1200" dirty="0"/>
              <a:t>    for (</a:t>
            </a:r>
            <a:r>
              <a:rPr lang="en-IN" sz="1200" dirty="0" err="1"/>
              <a:t>const</a:t>
            </a:r>
            <a:r>
              <a:rPr lang="en-IN" sz="1200" dirty="0"/>
              <a:t> pattern of </a:t>
            </a:r>
            <a:r>
              <a:rPr lang="en-IN" sz="1200" dirty="0" err="1"/>
              <a:t>winPatterns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[a, b, c] = pattern;</a:t>
            </a:r>
          </a:p>
          <a:p>
            <a:r>
              <a:rPr lang="en-IN" sz="1200" dirty="0"/>
              <a:t>        if (</a:t>
            </a:r>
            <a:r>
              <a:rPr lang="en-IN" sz="1200" dirty="0" err="1"/>
              <a:t>gameState.board</a:t>
            </a:r>
            <a:r>
              <a:rPr lang="en-IN" sz="1200" dirty="0"/>
              <a:t>[a] &amp;&amp;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gameState.board</a:t>
            </a:r>
            <a:r>
              <a:rPr lang="en-IN" sz="1200" dirty="0"/>
              <a:t>[a] === </a:t>
            </a:r>
            <a:r>
              <a:rPr lang="en-IN" sz="1200" dirty="0" err="1"/>
              <a:t>gameState.board</a:t>
            </a:r>
            <a:r>
              <a:rPr lang="en-IN" sz="1200" dirty="0"/>
              <a:t>[b] &amp;&amp;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gameState.board</a:t>
            </a:r>
            <a:r>
              <a:rPr lang="en-IN" sz="1200" dirty="0"/>
              <a:t>[a] === </a:t>
            </a:r>
            <a:r>
              <a:rPr lang="en-IN" sz="1200" dirty="0" err="1"/>
              <a:t>gameState.board</a:t>
            </a:r>
            <a:r>
              <a:rPr lang="en-IN" sz="1200" dirty="0"/>
              <a:t>[c]) {</a:t>
            </a:r>
          </a:p>
          <a:p>
            <a:r>
              <a:rPr lang="en-IN" sz="1200" dirty="0"/>
              <a:t>            return { player: </a:t>
            </a:r>
            <a:r>
              <a:rPr lang="en-IN" sz="1200" dirty="0" err="1"/>
              <a:t>gameState.board</a:t>
            </a:r>
            <a:r>
              <a:rPr lang="en-IN" sz="1200" dirty="0"/>
              <a:t>[a], line: pattern };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return null;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// Full board check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isBoardFull</a:t>
            </a:r>
            <a:r>
              <a:rPr lang="en-IN" sz="1200" dirty="0"/>
              <a:t>() {</a:t>
            </a:r>
          </a:p>
          <a:p>
            <a:r>
              <a:rPr lang="en-IN" sz="1200" dirty="0"/>
              <a:t>    return </a:t>
            </a:r>
            <a:r>
              <a:rPr lang="en-IN" sz="1200" dirty="0" err="1"/>
              <a:t>gameState.board.every</a:t>
            </a:r>
            <a:r>
              <a:rPr lang="en-IN" sz="1200" dirty="0"/>
              <a:t>(cell =&gt; cell !== '');</a:t>
            </a:r>
          </a:p>
          <a:p>
            <a:r>
              <a:rPr lang="en-IN" sz="1200" dirty="0"/>
              <a:t>} function </a:t>
            </a:r>
            <a:r>
              <a:rPr lang="en-IN" sz="1200" dirty="0" err="1"/>
              <a:t>highlightWinningCells</a:t>
            </a:r>
            <a:r>
              <a:rPr lang="en-IN" sz="1200" dirty="0"/>
              <a:t>(line)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line.forEach</a:t>
            </a:r>
            <a:r>
              <a:rPr lang="en-IN" sz="1200" dirty="0"/>
              <a:t>(index =&gt;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cell = </a:t>
            </a:r>
            <a:r>
              <a:rPr lang="en-IN" sz="1200" dirty="0" err="1"/>
              <a:t>document.querySelector</a:t>
            </a:r>
            <a:r>
              <a:rPr lang="en-IN" sz="1200" dirty="0"/>
              <a:t>(`.cell[data-index="${index}"]`);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cell.classList.add</a:t>
            </a:r>
            <a:r>
              <a:rPr lang="en-IN" sz="1200" dirty="0"/>
              <a:t>('winning-cell');</a:t>
            </a:r>
          </a:p>
          <a:p>
            <a:r>
              <a:rPr lang="en-IN" sz="1200" dirty="0"/>
              <a:t>    });</a:t>
            </a:r>
          </a:p>
          <a:p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179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C8FF06-3284-931E-63BC-5963DECA3CD0}"/>
              </a:ext>
            </a:extLst>
          </p:cNvPr>
          <p:cNvSpPr txBox="1"/>
          <p:nvPr/>
        </p:nvSpPr>
        <p:spPr>
          <a:xfrm>
            <a:off x="317500" y="1644650"/>
            <a:ext cx="72420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// Game over check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checkGameOver</a:t>
            </a:r>
            <a:r>
              <a:rPr lang="en-IN" sz="1200" dirty="0"/>
              <a:t>()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winner = </a:t>
            </a:r>
            <a:r>
              <a:rPr lang="en-IN" sz="1200" dirty="0" err="1"/>
              <a:t>checkWinner</a:t>
            </a:r>
            <a:r>
              <a:rPr lang="en-IN" sz="1200" dirty="0"/>
              <a:t>();</a:t>
            </a:r>
          </a:p>
          <a:p>
            <a:endParaRPr lang="en-IN" sz="1200" dirty="0"/>
          </a:p>
          <a:p>
            <a:r>
              <a:rPr lang="en-IN" sz="1200" dirty="0"/>
              <a:t>    if (winner)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gameState.gameOver</a:t>
            </a:r>
            <a:r>
              <a:rPr lang="en-IN" sz="1200" dirty="0"/>
              <a:t> = true;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highlightWinningCells</a:t>
            </a:r>
            <a:r>
              <a:rPr lang="en-IN" sz="1200" dirty="0"/>
              <a:t>(</a:t>
            </a:r>
            <a:r>
              <a:rPr lang="en-IN" sz="1200" dirty="0" err="1"/>
              <a:t>winner.line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 return true;</a:t>
            </a:r>
          </a:p>
          <a:p>
            <a:r>
              <a:rPr lang="en-IN" sz="1200" dirty="0"/>
              <a:t>    } else if (</a:t>
            </a:r>
            <a:r>
              <a:rPr lang="en-IN" sz="1200" dirty="0" err="1"/>
              <a:t>isBoardFull</a:t>
            </a:r>
            <a:r>
              <a:rPr lang="en-IN" sz="1200" dirty="0"/>
              <a:t>())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gameState.gameOver</a:t>
            </a:r>
            <a:r>
              <a:rPr lang="en-IN" sz="1200" dirty="0"/>
              <a:t> = true;</a:t>
            </a:r>
          </a:p>
          <a:p>
            <a:r>
              <a:rPr lang="en-IN" sz="1200" dirty="0"/>
              <a:t>        return true;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    return false;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// AI move (minimax + alpha beta)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getAIMove</a:t>
            </a:r>
            <a:r>
              <a:rPr lang="en-IN" sz="1200" dirty="0"/>
              <a:t>() {</a:t>
            </a:r>
          </a:p>
          <a:p>
            <a:r>
              <a:rPr lang="en-IN" sz="1200" dirty="0"/>
              <a:t>    // Easy: random</a:t>
            </a:r>
          </a:p>
          <a:p>
            <a:r>
              <a:rPr lang="en-IN" sz="1200" dirty="0"/>
              <a:t>    if (</a:t>
            </a:r>
            <a:r>
              <a:rPr lang="en-IN" sz="1200" dirty="0" err="1"/>
              <a:t>gameState.difficulty</a:t>
            </a:r>
            <a:r>
              <a:rPr lang="en-IN" sz="1200" dirty="0"/>
              <a:t> === 'easy' &amp;&amp; </a:t>
            </a:r>
            <a:r>
              <a:rPr lang="en-IN" sz="1200" dirty="0" err="1"/>
              <a:t>Math.random</a:t>
            </a:r>
            <a:r>
              <a:rPr lang="en-IN" sz="1200" dirty="0"/>
              <a:t>() &lt; 0.3)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moves = </a:t>
            </a:r>
            <a:r>
              <a:rPr lang="en-IN" sz="1200" dirty="0" err="1"/>
              <a:t>getAvailableMoves</a:t>
            </a:r>
            <a:r>
              <a:rPr lang="en-IN" sz="1200" dirty="0"/>
              <a:t>();</a:t>
            </a:r>
          </a:p>
          <a:p>
            <a:r>
              <a:rPr lang="en-IN" sz="1200" dirty="0"/>
              <a:t>        return moves[</a:t>
            </a:r>
            <a:r>
              <a:rPr lang="en-IN" sz="1200" dirty="0" err="1"/>
              <a:t>Math.floor</a:t>
            </a:r>
            <a:r>
              <a:rPr lang="en-IN" sz="1200" dirty="0"/>
              <a:t>(</a:t>
            </a:r>
            <a:r>
              <a:rPr lang="en-IN" sz="1200" dirty="0" err="1"/>
              <a:t>Math.random</a:t>
            </a:r>
            <a:r>
              <a:rPr lang="en-IN" sz="1200" dirty="0"/>
              <a:t>() * </a:t>
            </a:r>
            <a:r>
              <a:rPr lang="en-IN" sz="1200" dirty="0" err="1"/>
              <a:t>moves.length</a:t>
            </a:r>
            <a:r>
              <a:rPr lang="en-IN" sz="1200" dirty="0"/>
              <a:t>)];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// Medium: sometimes random</a:t>
            </a:r>
          </a:p>
          <a:p>
            <a:r>
              <a:rPr lang="en-IN" sz="1200" dirty="0"/>
              <a:t>    if (</a:t>
            </a:r>
            <a:r>
              <a:rPr lang="en-IN" sz="1200" dirty="0" err="1"/>
              <a:t>gameState.difficulty</a:t>
            </a:r>
            <a:r>
              <a:rPr lang="en-IN" sz="1200" dirty="0"/>
              <a:t> === 'medium' &amp;&amp; </a:t>
            </a:r>
            <a:r>
              <a:rPr lang="en-IN" sz="1200" dirty="0" err="1"/>
              <a:t>Math.random</a:t>
            </a:r>
            <a:r>
              <a:rPr lang="en-IN" sz="1200" dirty="0"/>
              <a:t>() &lt; 0.2)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moves = </a:t>
            </a:r>
            <a:r>
              <a:rPr lang="en-IN" sz="1200" dirty="0" err="1"/>
              <a:t>getAvailableMoves</a:t>
            </a:r>
            <a:r>
              <a:rPr lang="en-IN" sz="1200" dirty="0"/>
              <a:t>();</a:t>
            </a:r>
          </a:p>
          <a:p>
            <a:r>
              <a:rPr lang="en-IN" sz="1200" dirty="0"/>
              <a:t>        return moves[</a:t>
            </a:r>
            <a:r>
              <a:rPr lang="en-IN" sz="1200" dirty="0" err="1"/>
              <a:t>Math.floor</a:t>
            </a:r>
            <a:r>
              <a:rPr lang="en-IN" sz="1200" dirty="0"/>
              <a:t>(</a:t>
            </a:r>
            <a:r>
              <a:rPr lang="en-IN" sz="1200" dirty="0" err="1"/>
              <a:t>Math.random</a:t>
            </a:r>
            <a:r>
              <a:rPr lang="en-IN" sz="1200" dirty="0"/>
              <a:t>() * </a:t>
            </a:r>
            <a:r>
              <a:rPr lang="en-IN" sz="1200" dirty="0" err="1"/>
              <a:t>moves.length</a:t>
            </a:r>
            <a:r>
              <a:rPr lang="en-IN" sz="1200" dirty="0"/>
              <a:t>)];</a:t>
            </a:r>
          </a:p>
          <a:p>
            <a:r>
              <a:rPr lang="en-IN" sz="12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555956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0607EF-560D-6358-68BF-6DF078907F9C}"/>
              </a:ext>
            </a:extLst>
          </p:cNvPr>
          <p:cNvSpPr txBox="1"/>
          <p:nvPr/>
        </p:nvSpPr>
        <p:spPr>
          <a:xfrm>
            <a:off x="393700" y="1492250"/>
            <a:ext cx="74706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// Hard: minimax</a:t>
            </a:r>
          </a:p>
          <a:p>
            <a:r>
              <a:rPr lang="en-IN" sz="1200" dirty="0"/>
              <a:t>    let </a:t>
            </a:r>
            <a:r>
              <a:rPr lang="en-IN" sz="1200" dirty="0" err="1"/>
              <a:t>bestScore</a:t>
            </a:r>
            <a:r>
              <a:rPr lang="en-IN" sz="1200" dirty="0"/>
              <a:t> = -Infinity;</a:t>
            </a:r>
          </a:p>
          <a:p>
            <a:r>
              <a:rPr lang="en-IN" sz="1200" dirty="0"/>
              <a:t>    let </a:t>
            </a:r>
            <a:r>
              <a:rPr lang="en-IN" sz="1200" dirty="0" err="1"/>
              <a:t>bestMove</a:t>
            </a:r>
            <a:r>
              <a:rPr lang="en-IN" sz="1200" dirty="0"/>
              <a:t>;</a:t>
            </a:r>
          </a:p>
          <a:p>
            <a:endParaRPr lang="en-IN" sz="1200" dirty="0"/>
          </a:p>
          <a:p>
            <a:r>
              <a:rPr lang="en-IN" sz="1200" dirty="0"/>
              <a:t>    for (let </a:t>
            </a:r>
            <a:r>
              <a:rPr lang="en-IN" sz="1200" dirty="0" err="1"/>
              <a:t>i</a:t>
            </a:r>
            <a:r>
              <a:rPr lang="en-IN" sz="1200" dirty="0"/>
              <a:t> = 0; </a:t>
            </a:r>
            <a:r>
              <a:rPr lang="en-IN" sz="1200" dirty="0" err="1"/>
              <a:t>i</a:t>
            </a:r>
            <a:r>
              <a:rPr lang="en-IN" sz="1200" dirty="0"/>
              <a:t> &lt; 9; </a:t>
            </a:r>
            <a:r>
              <a:rPr lang="en-IN" sz="1200" dirty="0" err="1"/>
              <a:t>i</a:t>
            </a:r>
            <a:r>
              <a:rPr lang="en-IN" sz="1200" dirty="0"/>
              <a:t>++) {</a:t>
            </a:r>
          </a:p>
          <a:p>
            <a:r>
              <a:rPr lang="en-IN" sz="1200" dirty="0"/>
              <a:t>        if (</a:t>
            </a:r>
            <a:r>
              <a:rPr lang="en-IN" sz="1200" dirty="0" err="1"/>
              <a:t>gameState.board</a:t>
            </a:r>
            <a:r>
              <a:rPr lang="en-IN" sz="1200" dirty="0"/>
              <a:t>[</a:t>
            </a:r>
            <a:r>
              <a:rPr lang="en-IN" sz="1200" dirty="0" err="1"/>
              <a:t>i</a:t>
            </a:r>
            <a:r>
              <a:rPr lang="en-IN" sz="1200" dirty="0"/>
              <a:t>] === '') {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gameState.board</a:t>
            </a:r>
            <a:r>
              <a:rPr lang="en-IN" sz="1200" dirty="0"/>
              <a:t>[</a:t>
            </a:r>
            <a:r>
              <a:rPr lang="en-IN" sz="1200" dirty="0" err="1"/>
              <a:t>i</a:t>
            </a:r>
            <a:r>
              <a:rPr lang="en-IN" sz="1200" dirty="0"/>
              <a:t>] = 'O';</a:t>
            </a:r>
          </a:p>
          <a:p>
            <a:r>
              <a:rPr lang="en-IN" sz="1200" dirty="0"/>
              <a:t>            let score = minimax(</a:t>
            </a:r>
            <a:r>
              <a:rPr lang="en-IN" sz="1200" dirty="0" err="1"/>
              <a:t>gameState.board</a:t>
            </a:r>
            <a:r>
              <a:rPr lang="en-IN" sz="1200" dirty="0"/>
              <a:t>, 0, false, -Infinity, Infinity);</a:t>
            </a:r>
          </a:p>
          <a:p>
            <a:r>
              <a:rPr lang="en-IN" sz="1200" dirty="0"/>
              <a:t>            </a:t>
            </a:r>
            <a:r>
              <a:rPr lang="en-IN" sz="1200" dirty="0" err="1"/>
              <a:t>gameState.board</a:t>
            </a:r>
            <a:r>
              <a:rPr lang="en-IN" sz="1200" dirty="0"/>
              <a:t>[</a:t>
            </a:r>
            <a:r>
              <a:rPr lang="en-IN" sz="1200" dirty="0" err="1"/>
              <a:t>i</a:t>
            </a:r>
            <a:r>
              <a:rPr lang="en-IN" sz="1200" dirty="0"/>
              <a:t>] = '';</a:t>
            </a:r>
          </a:p>
          <a:p>
            <a:endParaRPr lang="en-IN" sz="1200" dirty="0"/>
          </a:p>
          <a:p>
            <a:r>
              <a:rPr lang="en-IN" sz="1200" dirty="0"/>
              <a:t>            if (score &gt; </a:t>
            </a:r>
            <a:r>
              <a:rPr lang="en-IN" sz="1200" dirty="0" err="1"/>
              <a:t>bestScore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bestScore</a:t>
            </a:r>
            <a:r>
              <a:rPr lang="en-IN" sz="1200" dirty="0"/>
              <a:t> = score;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bestMove</a:t>
            </a:r>
            <a:r>
              <a:rPr lang="en-IN" sz="1200" dirty="0"/>
              <a:t> = </a:t>
            </a:r>
            <a:r>
              <a:rPr lang="en-IN" sz="1200" dirty="0" err="1"/>
              <a:t>i</a:t>
            </a:r>
            <a:r>
              <a:rPr lang="en-IN" sz="1200" dirty="0"/>
              <a:t>;</a:t>
            </a:r>
          </a:p>
          <a:p>
            <a:r>
              <a:rPr lang="en-IN" sz="1200" dirty="0"/>
              <a:t>            }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return </a:t>
            </a:r>
            <a:r>
              <a:rPr lang="en-IN" sz="1200" dirty="0" err="1"/>
              <a:t>bestMove</a:t>
            </a:r>
            <a:r>
              <a:rPr lang="en-IN" sz="1200" dirty="0"/>
              <a:t>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// Minimax algorithm with pruning</a:t>
            </a:r>
          </a:p>
          <a:p>
            <a:r>
              <a:rPr lang="en-IN" sz="1200" dirty="0"/>
              <a:t>function minimax(board, depth, </a:t>
            </a:r>
            <a:r>
              <a:rPr lang="en-IN" sz="1200" dirty="0" err="1"/>
              <a:t>isMaximizing</a:t>
            </a:r>
            <a:r>
              <a:rPr lang="en-IN" sz="1200" dirty="0"/>
              <a:t>, alpha, beta)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winner = </a:t>
            </a:r>
            <a:r>
              <a:rPr lang="en-IN" sz="1200" dirty="0" err="1"/>
              <a:t>checkWinnerForMinimax</a:t>
            </a:r>
            <a:r>
              <a:rPr lang="en-IN" sz="1200" dirty="0"/>
              <a:t>(board);</a:t>
            </a:r>
          </a:p>
          <a:p>
            <a:endParaRPr lang="en-IN" sz="1200" dirty="0"/>
          </a:p>
          <a:p>
            <a:r>
              <a:rPr lang="en-IN" sz="1200" dirty="0"/>
              <a:t>    if (winner === 'O') return 10 - depth;</a:t>
            </a:r>
          </a:p>
          <a:p>
            <a:r>
              <a:rPr lang="en-IN" sz="1200" dirty="0"/>
              <a:t>    if (winner === 'X') return depth - 10;</a:t>
            </a:r>
          </a:p>
          <a:p>
            <a:r>
              <a:rPr lang="en-IN" sz="1200" dirty="0"/>
              <a:t>    if (</a:t>
            </a:r>
            <a:r>
              <a:rPr lang="en-IN" sz="1200" dirty="0" err="1"/>
              <a:t>isBoardFullForMinimax</a:t>
            </a:r>
            <a:r>
              <a:rPr lang="en-IN" sz="1200" dirty="0"/>
              <a:t>(board)) return 0;</a:t>
            </a:r>
          </a:p>
        </p:txBody>
      </p:sp>
    </p:spTree>
    <p:extLst>
      <p:ext uri="{BB962C8B-B14F-4D97-AF65-F5344CB8AC3E}">
        <p14:creationId xmlns:p14="http://schemas.microsoft.com/office/powerpoint/2010/main" val="191089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48895F-9538-B442-0E5B-3322CFE1AF64}"/>
              </a:ext>
            </a:extLst>
          </p:cNvPr>
          <p:cNvSpPr txBox="1"/>
          <p:nvPr/>
        </p:nvSpPr>
        <p:spPr>
          <a:xfrm>
            <a:off x="317500" y="1492250"/>
            <a:ext cx="71658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if (</a:t>
            </a:r>
            <a:r>
              <a:rPr lang="en-IN" sz="1200" dirty="0" err="1"/>
              <a:t>isMaximizing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let </a:t>
            </a:r>
            <a:r>
              <a:rPr lang="en-IN" sz="1200" dirty="0" err="1"/>
              <a:t>bestScore</a:t>
            </a:r>
            <a:r>
              <a:rPr lang="en-IN" sz="1200" dirty="0"/>
              <a:t> = -Infinity;</a:t>
            </a:r>
          </a:p>
          <a:p>
            <a:endParaRPr lang="en-IN" sz="1200" dirty="0"/>
          </a:p>
          <a:p>
            <a:r>
              <a:rPr lang="en-IN" sz="1200" dirty="0"/>
              <a:t>        for (let </a:t>
            </a:r>
            <a:r>
              <a:rPr lang="en-IN" sz="1200" dirty="0" err="1"/>
              <a:t>i</a:t>
            </a:r>
            <a:r>
              <a:rPr lang="en-IN" sz="1200" dirty="0"/>
              <a:t> = 0; </a:t>
            </a:r>
            <a:r>
              <a:rPr lang="en-IN" sz="1200" dirty="0" err="1"/>
              <a:t>i</a:t>
            </a:r>
            <a:r>
              <a:rPr lang="en-IN" sz="1200" dirty="0"/>
              <a:t> &lt; 9; </a:t>
            </a:r>
            <a:r>
              <a:rPr lang="en-IN" sz="1200" dirty="0" err="1"/>
              <a:t>i</a:t>
            </a:r>
            <a:r>
              <a:rPr lang="en-IN" sz="1200" dirty="0"/>
              <a:t>++) {</a:t>
            </a:r>
          </a:p>
          <a:p>
            <a:r>
              <a:rPr lang="en-IN" sz="1200" dirty="0"/>
              <a:t>            if (board[</a:t>
            </a:r>
            <a:r>
              <a:rPr lang="en-IN" sz="1200" dirty="0" err="1"/>
              <a:t>i</a:t>
            </a:r>
            <a:r>
              <a:rPr lang="en-IN" sz="1200" dirty="0"/>
              <a:t>] === '') {</a:t>
            </a:r>
          </a:p>
          <a:p>
            <a:r>
              <a:rPr lang="en-IN" sz="1200" dirty="0"/>
              <a:t>                board[</a:t>
            </a:r>
            <a:r>
              <a:rPr lang="en-IN" sz="1200" dirty="0" err="1"/>
              <a:t>i</a:t>
            </a:r>
            <a:r>
              <a:rPr lang="en-IN" sz="1200" dirty="0"/>
              <a:t>] = 'O';</a:t>
            </a:r>
          </a:p>
          <a:p>
            <a:r>
              <a:rPr lang="en-IN" sz="1200" dirty="0"/>
              <a:t>                let score = minimax(board, depth + 1, false, alpha, beta);</a:t>
            </a:r>
          </a:p>
          <a:p>
            <a:r>
              <a:rPr lang="en-IN" sz="1200" dirty="0"/>
              <a:t>                board[</a:t>
            </a:r>
            <a:r>
              <a:rPr lang="en-IN" sz="1200" dirty="0" err="1"/>
              <a:t>i</a:t>
            </a:r>
            <a:r>
              <a:rPr lang="en-IN" sz="1200" dirty="0"/>
              <a:t>] = '';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bestScore</a:t>
            </a:r>
            <a:r>
              <a:rPr lang="en-IN" sz="1200" dirty="0"/>
              <a:t> = </a:t>
            </a:r>
            <a:r>
              <a:rPr lang="en-IN" sz="1200" dirty="0" err="1"/>
              <a:t>Math.max</a:t>
            </a:r>
            <a:r>
              <a:rPr lang="en-IN" sz="1200" dirty="0"/>
              <a:t>(score, </a:t>
            </a:r>
            <a:r>
              <a:rPr lang="en-IN" sz="1200" dirty="0" err="1"/>
              <a:t>bestScore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         alpha = </a:t>
            </a:r>
            <a:r>
              <a:rPr lang="en-IN" sz="1200" dirty="0" err="1"/>
              <a:t>Math.max</a:t>
            </a:r>
            <a:r>
              <a:rPr lang="en-IN" sz="1200" dirty="0"/>
              <a:t>(alpha, score);</a:t>
            </a:r>
          </a:p>
          <a:p>
            <a:r>
              <a:rPr lang="en-IN" sz="1200" dirty="0"/>
              <a:t>                if (beta &lt;= alpha) break;</a:t>
            </a:r>
          </a:p>
          <a:p>
            <a:r>
              <a:rPr lang="en-IN" sz="1200" dirty="0"/>
              <a:t>            }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    return </a:t>
            </a:r>
            <a:r>
              <a:rPr lang="en-IN" sz="1200" dirty="0" err="1"/>
              <a:t>bestScore</a:t>
            </a:r>
            <a:r>
              <a:rPr lang="en-IN" sz="1200" dirty="0"/>
              <a:t>;</a:t>
            </a:r>
          </a:p>
          <a:p>
            <a:r>
              <a:rPr lang="en-IN" sz="1200" dirty="0"/>
              <a:t>    } else {</a:t>
            </a:r>
          </a:p>
          <a:p>
            <a:r>
              <a:rPr lang="en-IN" sz="1200" dirty="0"/>
              <a:t>        let </a:t>
            </a:r>
            <a:r>
              <a:rPr lang="en-IN" sz="1200" dirty="0" err="1"/>
              <a:t>bestScore</a:t>
            </a:r>
            <a:r>
              <a:rPr lang="en-IN" sz="1200" dirty="0"/>
              <a:t> = Infinity;</a:t>
            </a:r>
          </a:p>
          <a:p>
            <a:endParaRPr lang="en-IN" sz="1200" dirty="0"/>
          </a:p>
          <a:p>
            <a:r>
              <a:rPr lang="en-IN" sz="1200" dirty="0"/>
              <a:t>        for (let </a:t>
            </a:r>
            <a:r>
              <a:rPr lang="en-IN" sz="1200" dirty="0" err="1"/>
              <a:t>i</a:t>
            </a:r>
            <a:r>
              <a:rPr lang="en-IN" sz="1200" dirty="0"/>
              <a:t> = 0; </a:t>
            </a:r>
            <a:r>
              <a:rPr lang="en-IN" sz="1200" dirty="0" err="1"/>
              <a:t>i</a:t>
            </a:r>
            <a:r>
              <a:rPr lang="en-IN" sz="1200" dirty="0"/>
              <a:t> &lt; 9; </a:t>
            </a:r>
            <a:r>
              <a:rPr lang="en-IN" sz="1200" dirty="0" err="1"/>
              <a:t>i</a:t>
            </a:r>
            <a:r>
              <a:rPr lang="en-IN" sz="1200" dirty="0"/>
              <a:t>++) {</a:t>
            </a:r>
          </a:p>
          <a:p>
            <a:r>
              <a:rPr lang="en-IN" sz="1200" dirty="0"/>
              <a:t>            if (board[</a:t>
            </a:r>
            <a:r>
              <a:rPr lang="en-IN" sz="1200" dirty="0" err="1"/>
              <a:t>i</a:t>
            </a:r>
            <a:r>
              <a:rPr lang="en-IN" sz="1200" dirty="0"/>
              <a:t>] === '') {</a:t>
            </a:r>
          </a:p>
          <a:p>
            <a:r>
              <a:rPr lang="en-IN" sz="1200" dirty="0"/>
              <a:t>                board[</a:t>
            </a:r>
            <a:r>
              <a:rPr lang="en-IN" sz="1200" dirty="0" err="1"/>
              <a:t>i</a:t>
            </a:r>
            <a:r>
              <a:rPr lang="en-IN" sz="1200" dirty="0"/>
              <a:t>] = 'X';</a:t>
            </a:r>
          </a:p>
          <a:p>
            <a:r>
              <a:rPr lang="en-IN" sz="1200" dirty="0"/>
              <a:t>                let score = minimax(board, depth + 1, true, alpha, beta);</a:t>
            </a:r>
          </a:p>
          <a:p>
            <a:r>
              <a:rPr lang="en-IN" sz="1200" dirty="0"/>
              <a:t>                board[</a:t>
            </a:r>
            <a:r>
              <a:rPr lang="en-IN" sz="1200" dirty="0" err="1"/>
              <a:t>i</a:t>
            </a:r>
            <a:r>
              <a:rPr lang="en-IN" sz="1200" dirty="0"/>
              <a:t>] = '';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bestScore</a:t>
            </a:r>
            <a:r>
              <a:rPr lang="en-IN" sz="1200" dirty="0"/>
              <a:t> = </a:t>
            </a:r>
            <a:r>
              <a:rPr lang="en-IN" sz="1200" dirty="0" err="1"/>
              <a:t>Math.min</a:t>
            </a:r>
            <a:r>
              <a:rPr lang="en-IN" sz="1200" dirty="0"/>
              <a:t>(score, </a:t>
            </a:r>
            <a:r>
              <a:rPr lang="en-IN" sz="1200" dirty="0" err="1"/>
              <a:t>bestScore</a:t>
            </a:r>
            <a:r>
              <a:rPr lang="en-IN" sz="1200" dirty="0"/>
              <a:t>);</a:t>
            </a:r>
          </a:p>
          <a:p>
            <a:r>
              <a:rPr lang="en-IN" sz="1200" dirty="0"/>
              <a:t>                beta = </a:t>
            </a:r>
            <a:r>
              <a:rPr lang="en-IN" sz="1200" dirty="0" err="1"/>
              <a:t>Math.min</a:t>
            </a:r>
            <a:r>
              <a:rPr lang="en-IN" sz="1200" dirty="0"/>
              <a:t>(beta, score);</a:t>
            </a:r>
          </a:p>
          <a:p>
            <a:r>
              <a:rPr lang="en-IN" sz="1200" dirty="0"/>
              <a:t>                if (beta &lt;= alpha) break;</a:t>
            </a:r>
          </a:p>
          <a:p>
            <a:r>
              <a:rPr lang="en-IN" sz="1200" dirty="0"/>
              <a:t>            }</a:t>
            </a:r>
          </a:p>
          <a:p>
            <a:r>
              <a:rPr lang="en-IN" sz="12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86506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630916-2718-82F0-F771-E0B7FA56945A}"/>
              </a:ext>
            </a:extLst>
          </p:cNvPr>
          <p:cNvSpPr txBox="1"/>
          <p:nvPr/>
        </p:nvSpPr>
        <p:spPr>
          <a:xfrm>
            <a:off x="317500" y="1187451"/>
            <a:ext cx="78485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function </a:t>
            </a:r>
            <a:r>
              <a:rPr lang="en-IN" sz="1200" dirty="0" err="1"/>
              <a:t>getAvailableMoves</a:t>
            </a:r>
            <a:r>
              <a:rPr lang="en-IN" sz="1200" dirty="0"/>
              <a:t>() {</a:t>
            </a:r>
          </a:p>
          <a:p>
            <a:r>
              <a:rPr lang="en-IN" sz="1200" dirty="0"/>
              <a:t>    return </a:t>
            </a:r>
            <a:r>
              <a:rPr lang="en-IN" sz="1200" dirty="0" err="1"/>
              <a:t>gameState.board</a:t>
            </a:r>
            <a:endParaRPr lang="en-IN" sz="1200" dirty="0"/>
          </a:p>
          <a:p>
            <a:r>
              <a:rPr lang="en-IN" sz="1200" dirty="0"/>
              <a:t>        .map((cell, index) =&gt; (cell === '' ? index : null))</a:t>
            </a:r>
          </a:p>
          <a:p>
            <a:r>
              <a:rPr lang="en-IN" sz="1200" dirty="0"/>
              <a:t>        .filter(cell =&gt; cell !== null);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function </a:t>
            </a:r>
            <a:r>
              <a:rPr lang="en-IN" sz="1200" dirty="0" err="1"/>
              <a:t>checkWinnerForMinimax</a:t>
            </a:r>
            <a:r>
              <a:rPr lang="en-IN" sz="1200" dirty="0"/>
              <a:t>(board)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winPatterns</a:t>
            </a:r>
            <a:r>
              <a:rPr lang="en-IN" sz="1200" dirty="0"/>
              <a:t> = [</a:t>
            </a:r>
          </a:p>
          <a:p>
            <a:r>
              <a:rPr lang="en-IN" sz="1200" dirty="0"/>
              <a:t>        [0, 1, 2], [3, 4, 5], [6, 7, 8],</a:t>
            </a:r>
          </a:p>
          <a:p>
            <a:r>
              <a:rPr lang="en-IN" sz="1200" dirty="0"/>
              <a:t>        [0, 3, 6], [1, 4, 7], [2, 5, 8],</a:t>
            </a:r>
          </a:p>
          <a:p>
            <a:r>
              <a:rPr lang="en-IN" sz="1200" dirty="0"/>
              <a:t>        [0, 4, 8], [2, 4, 6]</a:t>
            </a:r>
          </a:p>
          <a:p>
            <a:r>
              <a:rPr lang="en-IN" sz="1200" dirty="0"/>
              <a:t>    ];</a:t>
            </a:r>
          </a:p>
          <a:p>
            <a:r>
              <a:rPr lang="en-IN" sz="1200" dirty="0"/>
              <a:t>    for (</a:t>
            </a:r>
            <a:r>
              <a:rPr lang="en-IN" sz="1200" dirty="0" err="1"/>
              <a:t>const</a:t>
            </a:r>
            <a:r>
              <a:rPr lang="en-IN" sz="1200" dirty="0"/>
              <a:t> pattern of </a:t>
            </a:r>
            <a:r>
              <a:rPr lang="en-IN" sz="1200" dirty="0" err="1"/>
              <a:t>winPatterns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const</a:t>
            </a:r>
            <a:r>
              <a:rPr lang="en-IN" sz="1200" dirty="0"/>
              <a:t> [a, b, c] = pattern;</a:t>
            </a:r>
          </a:p>
          <a:p>
            <a:r>
              <a:rPr lang="en-IN" sz="1200" dirty="0"/>
              <a:t>        if (board[a] &amp;&amp; board[a] === board[b] &amp;&amp; board[a] === board[c]) {</a:t>
            </a:r>
          </a:p>
          <a:p>
            <a:r>
              <a:rPr lang="en-IN" sz="1200" dirty="0"/>
              <a:t>            return board[a];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    return null;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function </a:t>
            </a:r>
            <a:r>
              <a:rPr lang="en-IN" sz="1200" dirty="0" err="1"/>
              <a:t>isBoardFullForMinimax</a:t>
            </a:r>
            <a:r>
              <a:rPr lang="en-IN" sz="1200" dirty="0"/>
              <a:t>(board) {</a:t>
            </a:r>
          </a:p>
          <a:p>
            <a:r>
              <a:rPr lang="en-IN" sz="1200" dirty="0"/>
              <a:t>    return </a:t>
            </a:r>
            <a:r>
              <a:rPr lang="en-IN" sz="1200" dirty="0" err="1"/>
              <a:t>board.every</a:t>
            </a:r>
            <a:r>
              <a:rPr lang="en-IN" sz="1200" dirty="0"/>
              <a:t>(cell =&gt; cell !== '');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// Reset game</a:t>
            </a:r>
          </a:p>
          <a:p>
            <a:r>
              <a:rPr lang="en-IN" sz="1200" dirty="0"/>
              <a:t>function </a:t>
            </a:r>
            <a:r>
              <a:rPr lang="en-IN" sz="1200" dirty="0" err="1"/>
              <a:t>resetGame</a:t>
            </a:r>
            <a:r>
              <a:rPr lang="en-IN" sz="1200" dirty="0"/>
              <a:t>() {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gameState.board</a:t>
            </a:r>
            <a:r>
              <a:rPr lang="en-IN" sz="1200" dirty="0"/>
              <a:t> = Array(9).fill('');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gameState.currentPlayer</a:t>
            </a:r>
            <a:r>
              <a:rPr lang="en-IN" sz="1200" dirty="0"/>
              <a:t> = 'X';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gameState.gameOver</a:t>
            </a:r>
            <a:r>
              <a:rPr lang="en-IN" sz="1200" dirty="0"/>
              <a:t> = false;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initializeBoard</a:t>
            </a:r>
            <a:r>
              <a:rPr lang="en-IN" sz="1200" dirty="0"/>
              <a:t>();</a:t>
            </a:r>
          </a:p>
          <a:p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412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3859C6-9D65-0F0F-2ACA-77BCF801DBC5}"/>
              </a:ext>
            </a:extLst>
          </p:cNvPr>
          <p:cNvSpPr/>
          <p:nvPr/>
        </p:nvSpPr>
        <p:spPr>
          <a:xfrm>
            <a:off x="241300" y="425450"/>
            <a:ext cx="30315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5ABD8-E51A-FDCA-1706-8802356D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025650"/>
            <a:ext cx="8321027" cy="406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8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3D779D-811A-061B-667E-180DC4B41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64" y="2101851"/>
            <a:ext cx="934363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55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527" y="565949"/>
            <a:ext cx="1113155" cy="364490"/>
          </a:xfrm>
          <a:custGeom>
            <a:avLst/>
            <a:gdLst/>
            <a:ahLst/>
            <a:cxnLst/>
            <a:rect l="l" t="t" r="r" b="b"/>
            <a:pathLst>
              <a:path w="1113155" h="364490">
                <a:moveTo>
                  <a:pt x="266852" y="241935"/>
                </a:moveTo>
                <a:lnTo>
                  <a:pt x="210261" y="241935"/>
                </a:lnTo>
                <a:lnTo>
                  <a:pt x="206578" y="259854"/>
                </a:lnTo>
                <a:lnTo>
                  <a:pt x="201739" y="275170"/>
                </a:lnTo>
                <a:lnTo>
                  <a:pt x="167500" y="311073"/>
                </a:lnTo>
                <a:lnTo>
                  <a:pt x="134835" y="315442"/>
                </a:lnTo>
                <a:lnTo>
                  <a:pt x="116179" y="313461"/>
                </a:lnTo>
                <a:lnTo>
                  <a:pt x="75869" y="283768"/>
                </a:lnTo>
                <a:lnTo>
                  <a:pt x="61582" y="248285"/>
                </a:lnTo>
                <a:lnTo>
                  <a:pt x="56819" y="205409"/>
                </a:lnTo>
                <a:lnTo>
                  <a:pt x="56819" y="172262"/>
                </a:lnTo>
                <a:lnTo>
                  <a:pt x="62026" y="127228"/>
                </a:lnTo>
                <a:lnTo>
                  <a:pt x="77673" y="92443"/>
                </a:lnTo>
                <a:lnTo>
                  <a:pt x="119849" y="64541"/>
                </a:lnTo>
                <a:lnTo>
                  <a:pt x="138671" y="62687"/>
                </a:lnTo>
                <a:lnTo>
                  <a:pt x="154927" y="63804"/>
                </a:lnTo>
                <a:lnTo>
                  <a:pt x="196215" y="90995"/>
                </a:lnTo>
                <a:lnTo>
                  <a:pt x="210146" y="136867"/>
                </a:lnTo>
                <a:lnTo>
                  <a:pt x="266738" y="136867"/>
                </a:lnTo>
                <a:lnTo>
                  <a:pt x="254368" y="85039"/>
                </a:lnTo>
                <a:lnTo>
                  <a:pt x="228968" y="46113"/>
                </a:lnTo>
                <a:lnTo>
                  <a:pt x="190500" y="21678"/>
                </a:lnTo>
                <a:lnTo>
                  <a:pt x="138671" y="13525"/>
                </a:lnTo>
                <a:lnTo>
                  <a:pt x="108318" y="16268"/>
                </a:lnTo>
                <a:lnTo>
                  <a:pt x="57645" y="38201"/>
                </a:lnTo>
                <a:lnTo>
                  <a:pt x="20993" y="81038"/>
                </a:lnTo>
                <a:lnTo>
                  <a:pt x="2324" y="138709"/>
                </a:lnTo>
                <a:lnTo>
                  <a:pt x="0" y="172720"/>
                </a:lnTo>
                <a:lnTo>
                  <a:pt x="0" y="207899"/>
                </a:lnTo>
                <a:lnTo>
                  <a:pt x="9715" y="271424"/>
                </a:lnTo>
                <a:lnTo>
                  <a:pt x="37541" y="321310"/>
                </a:lnTo>
                <a:lnTo>
                  <a:pt x="80289" y="353606"/>
                </a:lnTo>
                <a:lnTo>
                  <a:pt x="134835" y="364375"/>
                </a:lnTo>
                <a:lnTo>
                  <a:pt x="163918" y="362318"/>
                </a:lnTo>
                <a:lnTo>
                  <a:pt x="210870" y="345859"/>
                </a:lnTo>
                <a:lnTo>
                  <a:pt x="243141" y="313474"/>
                </a:lnTo>
                <a:lnTo>
                  <a:pt x="262191" y="268719"/>
                </a:lnTo>
                <a:lnTo>
                  <a:pt x="266852" y="241935"/>
                </a:lnTo>
                <a:close/>
              </a:path>
              <a:path w="1113155" h="364490">
                <a:moveTo>
                  <a:pt x="523176" y="226377"/>
                </a:moveTo>
                <a:lnTo>
                  <a:pt x="514769" y="176212"/>
                </a:lnTo>
                <a:lnTo>
                  <a:pt x="490931" y="134835"/>
                </a:lnTo>
                <a:lnTo>
                  <a:pt x="467702" y="115189"/>
                </a:lnTo>
                <a:lnTo>
                  <a:pt x="467702" y="228638"/>
                </a:lnTo>
                <a:lnTo>
                  <a:pt x="467702" y="234505"/>
                </a:lnTo>
                <a:lnTo>
                  <a:pt x="458622" y="280073"/>
                </a:lnTo>
                <a:lnTo>
                  <a:pt x="432371" y="310515"/>
                </a:lnTo>
                <a:lnTo>
                  <a:pt x="419836" y="315061"/>
                </a:lnTo>
                <a:lnTo>
                  <a:pt x="419976" y="315061"/>
                </a:lnTo>
                <a:lnTo>
                  <a:pt x="405472" y="316572"/>
                </a:lnTo>
                <a:lnTo>
                  <a:pt x="390829" y="315061"/>
                </a:lnTo>
                <a:lnTo>
                  <a:pt x="378104" y="310515"/>
                </a:lnTo>
                <a:lnTo>
                  <a:pt x="351599" y="279590"/>
                </a:lnTo>
                <a:lnTo>
                  <a:pt x="342823" y="234505"/>
                </a:lnTo>
                <a:lnTo>
                  <a:pt x="342785" y="228638"/>
                </a:lnTo>
                <a:lnTo>
                  <a:pt x="343763" y="212305"/>
                </a:lnTo>
                <a:lnTo>
                  <a:pt x="358457" y="170243"/>
                </a:lnTo>
                <a:lnTo>
                  <a:pt x="390575" y="147193"/>
                </a:lnTo>
                <a:lnTo>
                  <a:pt x="405028" y="145656"/>
                </a:lnTo>
                <a:lnTo>
                  <a:pt x="419569" y="147193"/>
                </a:lnTo>
                <a:lnTo>
                  <a:pt x="451815" y="170243"/>
                </a:lnTo>
                <a:lnTo>
                  <a:pt x="466712" y="212305"/>
                </a:lnTo>
                <a:lnTo>
                  <a:pt x="467702" y="228638"/>
                </a:lnTo>
                <a:lnTo>
                  <a:pt x="467702" y="115189"/>
                </a:lnTo>
                <a:lnTo>
                  <a:pt x="453669" y="107099"/>
                </a:lnTo>
                <a:lnTo>
                  <a:pt x="430771" y="100164"/>
                </a:lnTo>
                <a:lnTo>
                  <a:pt x="405028" y="97853"/>
                </a:lnTo>
                <a:lnTo>
                  <a:pt x="379742" y="100164"/>
                </a:lnTo>
                <a:lnTo>
                  <a:pt x="379412" y="100164"/>
                </a:lnTo>
                <a:lnTo>
                  <a:pt x="336321" y="119037"/>
                </a:lnTo>
                <a:lnTo>
                  <a:pt x="305308" y="155460"/>
                </a:lnTo>
                <a:lnTo>
                  <a:pt x="289521" y="202018"/>
                </a:lnTo>
                <a:lnTo>
                  <a:pt x="287540" y="228638"/>
                </a:lnTo>
                <a:lnTo>
                  <a:pt x="287591" y="234505"/>
                </a:lnTo>
                <a:lnTo>
                  <a:pt x="295465" y="284810"/>
                </a:lnTo>
                <a:lnTo>
                  <a:pt x="319227" y="326834"/>
                </a:lnTo>
                <a:lnTo>
                  <a:pt x="356628" y="354990"/>
                </a:lnTo>
                <a:lnTo>
                  <a:pt x="405472" y="364375"/>
                </a:lnTo>
                <a:lnTo>
                  <a:pt x="431228" y="362026"/>
                </a:lnTo>
                <a:lnTo>
                  <a:pt x="454152" y="354990"/>
                </a:lnTo>
                <a:lnTo>
                  <a:pt x="474243" y="343255"/>
                </a:lnTo>
                <a:lnTo>
                  <a:pt x="491490" y="326834"/>
                </a:lnTo>
                <a:lnTo>
                  <a:pt x="498640" y="316572"/>
                </a:lnTo>
                <a:lnTo>
                  <a:pt x="505358" y="306946"/>
                </a:lnTo>
                <a:lnTo>
                  <a:pt x="515251" y="284810"/>
                </a:lnTo>
                <a:lnTo>
                  <a:pt x="521195" y="260438"/>
                </a:lnTo>
                <a:lnTo>
                  <a:pt x="523125" y="234505"/>
                </a:lnTo>
                <a:lnTo>
                  <a:pt x="523176" y="226377"/>
                </a:lnTo>
                <a:close/>
              </a:path>
              <a:path w="1113155" h="364490">
                <a:moveTo>
                  <a:pt x="769886" y="192112"/>
                </a:moveTo>
                <a:lnTo>
                  <a:pt x="763943" y="148907"/>
                </a:lnTo>
                <a:lnTo>
                  <a:pt x="734021" y="110223"/>
                </a:lnTo>
                <a:lnTo>
                  <a:pt x="684872" y="97853"/>
                </a:lnTo>
                <a:lnTo>
                  <a:pt x="662559" y="99314"/>
                </a:lnTo>
                <a:lnTo>
                  <a:pt x="643978" y="103695"/>
                </a:lnTo>
                <a:lnTo>
                  <a:pt x="629132" y="110985"/>
                </a:lnTo>
                <a:lnTo>
                  <a:pt x="618020" y="121196"/>
                </a:lnTo>
                <a:lnTo>
                  <a:pt x="617118" y="102362"/>
                </a:lnTo>
                <a:lnTo>
                  <a:pt x="564476" y="102362"/>
                </a:lnTo>
                <a:lnTo>
                  <a:pt x="564476" y="359867"/>
                </a:lnTo>
                <a:lnTo>
                  <a:pt x="619709" y="359867"/>
                </a:lnTo>
                <a:lnTo>
                  <a:pt x="619709" y="180378"/>
                </a:lnTo>
                <a:lnTo>
                  <a:pt x="623785" y="173469"/>
                </a:lnTo>
                <a:lnTo>
                  <a:pt x="655599" y="148983"/>
                </a:lnTo>
                <a:lnTo>
                  <a:pt x="672477" y="146558"/>
                </a:lnTo>
                <a:lnTo>
                  <a:pt x="682307" y="147205"/>
                </a:lnTo>
                <a:lnTo>
                  <a:pt x="713765" y="180860"/>
                </a:lnTo>
                <a:lnTo>
                  <a:pt x="714413" y="192786"/>
                </a:lnTo>
                <a:lnTo>
                  <a:pt x="714413" y="359867"/>
                </a:lnTo>
                <a:lnTo>
                  <a:pt x="769886" y="359867"/>
                </a:lnTo>
                <a:lnTo>
                  <a:pt x="769886" y="192112"/>
                </a:lnTo>
                <a:close/>
              </a:path>
              <a:path w="1113155" h="364490">
                <a:moveTo>
                  <a:pt x="1025042" y="199771"/>
                </a:moveTo>
                <a:lnTo>
                  <a:pt x="1016419" y="157391"/>
                </a:lnTo>
                <a:lnTo>
                  <a:pt x="994600" y="125145"/>
                </a:lnTo>
                <a:lnTo>
                  <a:pt x="961986" y="104673"/>
                </a:lnTo>
                <a:lnTo>
                  <a:pt x="920750" y="97853"/>
                </a:lnTo>
                <a:lnTo>
                  <a:pt x="893432" y="100266"/>
                </a:lnTo>
                <a:lnTo>
                  <a:pt x="850023" y="119545"/>
                </a:lnTo>
                <a:lnTo>
                  <a:pt x="821512" y="156502"/>
                </a:lnTo>
                <a:lnTo>
                  <a:pt x="807313" y="201485"/>
                </a:lnTo>
                <a:lnTo>
                  <a:pt x="805535" y="226377"/>
                </a:lnTo>
                <a:lnTo>
                  <a:pt x="805535" y="235851"/>
                </a:lnTo>
                <a:lnTo>
                  <a:pt x="812634" y="284048"/>
                </a:lnTo>
                <a:lnTo>
                  <a:pt x="833945" y="325818"/>
                </a:lnTo>
                <a:lnTo>
                  <a:pt x="869848" y="354736"/>
                </a:lnTo>
                <a:lnTo>
                  <a:pt x="920750" y="364375"/>
                </a:lnTo>
                <a:lnTo>
                  <a:pt x="940714" y="362737"/>
                </a:lnTo>
                <a:lnTo>
                  <a:pt x="976553" y="349669"/>
                </a:lnTo>
                <a:lnTo>
                  <a:pt x="1005954" y="324053"/>
                </a:lnTo>
                <a:lnTo>
                  <a:pt x="1022235" y="289560"/>
                </a:lnTo>
                <a:lnTo>
                  <a:pt x="1025042" y="269227"/>
                </a:lnTo>
                <a:lnTo>
                  <a:pt x="971943" y="269227"/>
                </a:lnTo>
                <a:lnTo>
                  <a:pt x="970229" y="280466"/>
                </a:lnTo>
                <a:lnTo>
                  <a:pt x="966889" y="290169"/>
                </a:lnTo>
                <a:lnTo>
                  <a:pt x="930402" y="315849"/>
                </a:lnTo>
                <a:lnTo>
                  <a:pt x="920750" y="316572"/>
                </a:lnTo>
                <a:lnTo>
                  <a:pt x="909739" y="315861"/>
                </a:lnTo>
                <a:lnTo>
                  <a:pt x="873544" y="291884"/>
                </a:lnTo>
                <a:lnTo>
                  <a:pt x="861110" y="245948"/>
                </a:lnTo>
                <a:lnTo>
                  <a:pt x="860780" y="235851"/>
                </a:lnTo>
                <a:lnTo>
                  <a:pt x="860780" y="226377"/>
                </a:lnTo>
                <a:lnTo>
                  <a:pt x="866305" y="187490"/>
                </a:lnTo>
                <a:lnTo>
                  <a:pt x="891857" y="152196"/>
                </a:lnTo>
                <a:lnTo>
                  <a:pt x="920750" y="145656"/>
                </a:lnTo>
                <a:lnTo>
                  <a:pt x="931316" y="146532"/>
                </a:lnTo>
                <a:lnTo>
                  <a:pt x="967168" y="176517"/>
                </a:lnTo>
                <a:lnTo>
                  <a:pt x="971943" y="199771"/>
                </a:lnTo>
                <a:lnTo>
                  <a:pt x="1025042" y="199771"/>
                </a:lnTo>
                <a:close/>
              </a:path>
              <a:path w="1113155" h="364490">
                <a:moveTo>
                  <a:pt x="1113091" y="0"/>
                </a:moveTo>
                <a:lnTo>
                  <a:pt x="1057630" y="0"/>
                </a:lnTo>
                <a:lnTo>
                  <a:pt x="1057630" y="359867"/>
                </a:lnTo>
                <a:lnTo>
                  <a:pt x="1113091" y="359867"/>
                </a:lnTo>
                <a:lnTo>
                  <a:pt x="11130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29816" y="579475"/>
            <a:ext cx="1074420" cy="351155"/>
          </a:xfrm>
          <a:custGeom>
            <a:avLst/>
            <a:gdLst/>
            <a:ahLst/>
            <a:cxnLst/>
            <a:rect l="l" t="t" r="r" b="b"/>
            <a:pathLst>
              <a:path w="1074420" h="351155">
                <a:moveTo>
                  <a:pt x="205638" y="88836"/>
                </a:moveTo>
                <a:lnTo>
                  <a:pt x="150177" y="88836"/>
                </a:lnTo>
                <a:lnTo>
                  <a:pt x="150177" y="271818"/>
                </a:lnTo>
                <a:lnTo>
                  <a:pt x="141376" y="284988"/>
                </a:lnTo>
                <a:lnTo>
                  <a:pt x="128981" y="294398"/>
                </a:lnTo>
                <a:lnTo>
                  <a:pt x="112966" y="300037"/>
                </a:lnTo>
                <a:lnTo>
                  <a:pt x="93357" y="301917"/>
                </a:lnTo>
                <a:lnTo>
                  <a:pt x="86156" y="301332"/>
                </a:lnTo>
                <a:lnTo>
                  <a:pt x="55968" y="267004"/>
                </a:lnTo>
                <a:lnTo>
                  <a:pt x="55245" y="253441"/>
                </a:lnTo>
                <a:lnTo>
                  <a:pt x="55245" y="88836"/>
                </a:lnTo>
                <a:lnTo>
                  <a:pt x="0" y="88836"/>
                </a:lnTo>
                <a:lnTo>
                  <a:pt x="0" y="252996"/>
                </a:lnTo>
                <a:lnTo>
                  <a:pt x="1511" y="277025"/>
                </a:lnTo>
                <a:lnTo>
                  <a:pt x="13576" y="314401"/>
                </a:lnTo>
                <a:lnTo>
                  <a:pt x="51866" y="345071"/>
                </a:lnTo>
                <a:lnTo>
                  <a:pt x="86817" y="350850"/>
                </a:lnTo>
                <a:lnTo>
                  <a:pt x="109829" y="349758"/>
                </a:lnTo>
                <a:lnTo>
                  <a:pt x="128358" y="346456"/>
                </a:lnTo>
                <a:lnTo>
                  <a:pt x="142405" y="340956"/>
                </a:lnTo>
                <a:lnTo>
                  <a:pt x="151980" y="333260"/>
                </a:lnTo>
                <a:lnTo>
                  <a:pt x="152425" y="346341"/>
                </a:lnTo>
                <a:lnTo>
                  <a:pt x="205638" y="346341"/>
                </a:lnTo>
                <a:lnTo>
                  <a:pt x="205638" y="88836"/>
                </a:lnTo>
                <a:close/>
              </a:path>
              <a:path w="1074420" h="351155">
                <a:moveTo>
                  <a:pt x="450088" y="271703"/>
                </a:moveTo>
                <a:lnTo>
                  <a:pt x="436638" y="230339"/>
                </a:lnTo>
                <a:lnTo>
                  <a:pt x="396671" y="204343"/>
                </a:lnTo>
                <a:lnTo>
                  <a:pt x="355942" y="191998"/>
                </a:lnTo>
                <a:lnTo>
                  <a:pt x="341160" y="188379"/>
                </a:lnTo>
                <a:lnTo>
                  <a:pt x="329361" y="184835"/>
                </a:lnTo>
                <a:lnTo>
                  <a:pt x="320586" y="181394"/>
                </a:lnTo>
                <a:lnTo>
                  <a:pt x="314794" y="178015"/>
                </a:lnTo>
                <a:lnTo>
                  <a:pt x="309079" y="173507"/>
                </a:lnTo>
                <a:lnTo>
                  <a:pt x="306222" y="167830"/>
                </a:lnTo>
                <a:lnTo>
                  <a:pt x="306222" y="154152"/>
                </a:lnTo>
                <a:lnTo>
                  <a:pt x="347941" y="132130"/>
                </a:lnTo>
                <a:lnTo>
                  <a:pt x="358165" y="132854"/>
                </a:lnTo>
                <a:lnTo>
                  <a:pt x="389509" y="156933"/>
                </a:lnTo>
                <a:lnTo>
                  <a:pt x="392366" y="174078"/>
                </a:lnTo>
                <a:lnTo>
                  <a:pt x="447598" y="174078"/>
                </a:lnTo>
                <a:lnTo>
                  <a:pt x="432574" y="121716"/>
                </a:lnTo>
                <a:lnTo>
                  <a:pt x="389343" y="90398"/>
                </a:lnTo>
                <a:lnTo>
                  <a:pt x="347941" y="84328"/>
                </a:lnTo>
                <a:lnTo>
                  <a:pt x="327228" y="85775"/>
                </a:lnTo>
                <a:lnTo>
                  <a:pt x="277596" y="107327"/>
                </a:lnTo>
                <a:lnTo>
                  <a:pt x="252437" y="146900"/>
                </a:lnTo>
                <a:lnTo>
                  <a:pt x="250761" y="162344"/>
                </a:lnTo>
                <a:lnTo>
                  <a:pt x="252387" y="178320"/>
                </a:lnTo>
                <a:lnTo>
                  <a:pt x="276910" y="213652"/>
                </a:lnTo>
                <a:lnTo>
                  <a:pt x="325196" y="234696"/>
                </a:lnTo>
                <a:lnTo>
                  <a:pt x="360299" y="243090"/>
                </a:lnTo>
                <a:lnTo>
                  <a:pt x="372211" y="246875"/>
                </a:lnTo>
                <a:lnTo>
                  <a:pt x="380987" y="250926"/>
                </a:lnTo>
                <a:lnTo>
                  <a:pt x="386613" y="255244"/>
                </a:lnTo>
                <a:lnTo>
                  <a:pt x="392099" y="261188"/>
                </a:lnTo>
                <a:lnTo>
                  <a:pt x="394843" y="267728"/>
                </a:lnTo>
                <a:lnTo>
                  <a:pt x="394843" y="274866"/>
                </a:lnTo>
                <a:lnTo>
                  <a:pt x="394843" y="282676"/>
                </a:lnTo>
                <a:lnTo>
                  <a:pt x="359930" y="302539"/>
                </a:lnTo>
                <a:lnTo>
                  <a:pt x="349072" y="303047"/>
                </a:lnTo>
                <a:lnTo>
                  <a:pt x="340309" y="302526"/>
                </a:lnTo>
                <a:lnTo>
                  <a:pt x="302679" y="281038"/>
                </a:lnTo>
                <a:lnTo>
                  <a:pt x="297548" y="257505"/>
                </a:lnTo>
                <a:lnTo>
                  <a:pt x="242417" y="257505"/>
                </a:lnTo>
                <a:lnTo>
                  <a:pt x="258013" y="309905"/>
                </a:lnTo>
                <a:lnTo>
                  <a:pt x="303745" y="344170"/>
                </a:lnTo>
                <a:lnTo>
                  <a:pt x="349072" y="350850"/>
                </a:lnTo>
                <a:lnTo>
                  <a:pt x="370497" y="349491"/>
                </a:lnTo>
                <a:lnTo>
                  <a:pt x="422008" y="329095"/>
                </a:lnTo>
                <a:lnTo>
                  <a:pt x="448335" y="288607"/>
                </a:lnTo>
                <a:lnTo>
                  <a:pt x="450088" y="271703"/>
                </a:lnTo>
                <a:close/>
              </a:path>
              <a:path w="1074420" h="351155">
                <a:moveTo>
                  <a:pt x="549529" y="88836"/>
                </a:moveTo>
                <a:lnTo>
                  <a:pt x="494055" y="88836"/>
                </a:lnTo>
                <a:lnTo>
                  <a:pt x="494055" y="346341"/>
                </a:lnTo>
                <a:lnTo>
                  <a:pt x="549529" y="346341"/>
                </a:lnTo>
                <a:lnTo>
                  <a:pt x="549529" y="88836"/>
                </a:lnTo>
                <a:close/>
              </a:path>
              <a:path w="1074420" h="351155">
                <a:moveTo>
                  <a:pt x="553808" y="22402"/>
                </a:moveTo>
                <a:lnTo>
                  <a:pt x="551027" y="15151"/>
                </a:lnTo>
                <a:lnTo>
                  <a:pt x="545465" y="9131"/>
                </a:lnTo>
                <a:lnTo>
                  <a:pt x="539902" y="3048"/>
                </a:lnTo>
                <a:lnTo>
                  <a:pt x="532168" y="0"/>
                </a:lnTo>
                <a:lnTo>
                  <a:pt x="512102" y="0"/>
                </a:lnTo>
                <a:lnTo>
                  <a:pt x="504317" y="3048"/>
                </a:lnTo>
                <a:lnTo>
                  <a:pt x="493572" y="15151"/>
                </a:lnTo>
                <a:lnTo>
                  <a:pt x="490905" y="22402"/>
                </a:lnTo>
                <a:lnTo>
                  <a:pt x="490905" y="39090"/>
                </a:lnTo>
                <a:lnTo>
                  <a:pt x="493572" y="46189"/>
                </a:lnTo>
                <a:lnTo>
                  <a:pt x="498906" y="52197"/>
                </a:lnTo>
                <a:lnTo>
                  <a:pt x="504317" y="58140"/>
                </a:lnTo>
                <a:lnTo>
                  <a:pt x="512102" y="61112"/>
                </a:lnTo>
                <a:lnTo>
                  <a:pt x="532168" y="61112"/>
                </a:lnTo>
                <a:lnTo>
                  <a:pt x="539902" y="58140"/>
                </a:lnTo>
                <a:lnTo>
                  <a:pt x="551065" y="46189"/>
                </a:lnTo>
                <a:lnTo>
                  <a:pt x="553808" y="39090"/>
                </a:lnTo>
                <a:lnTo>
                  <a:pt x="553808" y="22402"/>
                </a:lnTo>
                <a:close/>
              </a:path>
              <a:path w="1074420" h="351155">
                <a:moveTo>
                  <a:pt x="827201" y="212852"/>
                </a:moveTo>
                <a:lnTo>
                  <a:pt x="818807" y="162687"/>
                </a:lnTo>
                <a:lnTo>
                  <a:pt x="794956" y="121310"/>
                </a:lnTo>
                <a:lnTo>
                  <a:pt x="771740" y="101663"/>
                </a:lnTo>
                <a:lnTo>
                  <a:pt x="771740" y="215112"/>
                </a:lnTo>
                <a:lnTo>
                  <a:pt x="771740" y="220980"/>
                </a:lnTo>
                <a:lnTo>
                  <a:pt x="762647" y="266547"/>
                </a:lnTo>
                <a:lnTo>
                  <a:pt x="736396" y="296989"/>
                </a:lnTo>
                <a:lnTo>
                  <a:pt x="723861" y="301536"/>
                </a:lnTo>
                <a:lnTo>
                  <a:pt x="724014" y="301536"/>
                </a:lnTo>
                <a:lnTo>
                  <a:pt x="709498" y="303047"/>
                </a:lnTo>
                <a:lnTo>
                  <a:pt x="694855" y="301536"/>
                </a:lnTo>
                <a:lnTo>
                  <a:pt x="682142" y="296989"/>
                </a:lnTo>
                <a:lnTo>
                  <a:pt x="655637" y="266065"/>
                </a:lnTo>
                <a:lnTo>
                  <a:pt x="646861" y="220980"/>
                </a:lnTo>
                <a:lnTo>
                  <a:pt x="646823" y="215112"/>
                </a:lnTo>
                <a:lnTo>
                  <a:pt x="647801" y="198780"/>
                </a:lnTo>
                <a:lnTo>
                  <a:pt x="662495" y="156718"/>
                </a:lnTo>
                <a:lnTo>
                  <a:pt x="694601" y="133667"/>
                </a:lnTo>
                <a:lnTo>
                  <a:pt x="709053" y="132130"/>
                </a:lnTo>
                <a:lnTo>
                  <a:pt x="723607" y="133667"/>
                </a:lnTo>
                <a:lnTo>
                  <a:pt x="755840" y="156718"/>
                </a:lnTo>
                <a:lnTo>
                  <a:pt x="770737" y="198780"/>
                </a:lnTo>
                <a:lnTo>
                  <a:pt x="771740" y="215112"/>
                </a:lnTo>
                <a:lnTo>
                  <a:pt x="771740" y="101663"/>
                </a:lnTo>
                <a:lnTo>
                  <a:pt x="757694" y="93573"/>
                </a:lnTo>
                <a:lnTo>
                  <a:pt x="734796" y="86639"/>
                </a:lnTo>
                <a:lnTo>
                  <a:pt x="709053" y="84328"/>
                </a:lnTo>
                <a:lnTo>
                  <a:pt x="683768" y="86639"/>
                </a:lnTo>
                <a:lnTo>
                  <a:pt x="683437" y="86639"/>
                </a:lnTo>
                <a:lnTo>
                  <a:pt x="640346" y="105511"/>
                </a:lnTo>
                <a:lnTo>
                  <a:pt x="609333" y="141935"/>
                </a:lnTo>
                <a:lnTo>
                  <a:pt x="593547" y="188493"/>
                </a:lnTo>
                <a:lnTo>
                  <a:pt x="591578" y="215112"/>
                </a:lnTo>
                <a:lnTo>
                  <a:pt x="591629" y="220980"/>
                </a:lnTo>
                <a:lnTo>
                  <a:pt x="599503" y="271284"/>
                </a:lnTo>
                <a:lnTo>
                  <a:pt x="623252" y="313309"/>
                </a:lnTo>
                <a:lnTo>
                  <a:pt x="660654" y="341464"/>
                </a:lnTo>
                <a:lnTo>
                  <a:pt x="709498" y="350850"/>
                </a:lnTo>
                <a:lnTo>
                  <a:pt x="735253" y="348500"/>
                </a:lnTo>
                <a:lnTo>
                  <a:pt x="778268" y="329730"/>
                </a:lnTo>
                <a:lnTo>
                  <a:pt x="809383" y="293420"/>
                </a:lnTo>
                <a:lnTo>
                  <a:pt x="825220" y="246913"/>
                </a:lnTo>
                <a:lnTo>
                  <a:pt x="827151" y="220980"/>
                </a:lnTo>
                <a:lnTo>
                  <a:pt x="827201" y="212852"/>
                </a:lnTo>
                <a:close/>
              </a:path>
              <a:path w="1074420" h="351155">
                <a:moveTo>
                  <a:pt x="1073912" y="178587"/>
                </a:moveTo>
                <a:lnTo>
                  <a:pt x="1067968" y="135382"/>
                </a:lnTo>
                <a:lnTo>
                  <a:pt x="1038059" y="96697"/>
                </a:lnTo>
                <a:lnTo>
                  <a:pt x="988910" y="84328"/>
                </a:lnTo>
                <a:lnTo>
                  <a:pt x="966597" y="85788"/>
                </a:lnTo>
                <a:lnTo>
                  <a:pt x="948016" y="90170"/>
                </a:lnTo>
                <a:lnTo>
                  <a:pt x="933170" y="97459"/>
                </a:lnTo>
                <a:lnTo>
                  <a:pt x="922058" y="107670"/>
                </a:lnTo>
                <a:lnTo>
                  <a:pt x="921156" y="88836"/>
                </a:lnTo>
                <a:lnTo>
                  <a:pt x="868502" y="88836"/>
                </a:lnTo>
                <a:lnTo>
                  <a:pt x="868502" y="346341"/>
                </a:lnTo>
                <a:lnTo>
                  <a:pt x="923747" y="346341"/>
                </a:lnTo>
                <a:lnTo>
                  <a:pt x="923747" y="166852"/>
                </a:lnTo>
                <a:lnTo>
                  <a:pt x="927811" y="159943"/>
                </a:lnTo>
                <a:lnTo>
                  <a:pt x="959624" y="135458"/>
                </a:lnTo>
                <a:lnTo>
                  <a:pt x="976503" y="133032"/>
                </a:lnTo>
                <a:lnTo>
                  <a:pt x="986332" y="133680"/>
                </a:lnTo>
                <a:lnTo>
                  <a:pt x="1017790" y="167335"/>
                </a:lnTo>
                <a:lnTo>
                  <a:pt x="1018451" y="179260"/>
                </a:lnTo>
                <a:lnTo>
                  <a:pt x="1018451" y="346341"/>
                </a:lnTo>
                <a:lnTo>
                  <a:pt x="1073912" y="346341"/>
                </a:lnTo>
                <a:lnTo>
                  <a:pt x="1073912" y="178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8636" y="1748244"/>
            <a:ext cx="8822055" cy="277939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783590" algn="just">
              <a:lnSpc>
                <a:spcPts val="3090"/>
              </a:lnSpc>
              <a:spcBef>
                <a:spcPts val="254"/>
              </a:spcBef>
            </a:pPr>
            <a:r>
              <a:rPr sz="2650" b="1" spc="95" dirty="0">
                <a:latin typeface="Roboto Bk"/>
                <a:cs typeface="Roboto Bk"/>
              </a:rPr>
              <a:t>The</a:t>
            </a:r>
            <a:r>
              <a:rPr sz="2650" b="1" spc="335" dirty="0">
                <a:latin typeface="Roboto Bk"/>
                <a:cs typeface="Roboto Bk"/>
              </a:rPr>
              <a:t> </a:t>
            </a:r>
            <a:r>
              <a:rPr sz="2650" b="1" spc="100" dirty="0">
                <a:latin typeface="Roboto Bk"/>
                <a:cs typeface="Roboto Bk"/>
              </a:rPr>
              <a:t>Tic</a:t>
            </a:r>
            <a:r>
              <a:rPr sz="2650" b="1" spc="365" dirty="0">
                <a:latin typeface="Roboto Bk"/>
                <a:cs typeface="Roboto Bk"/>
              </a:rPr>
              <a:t> </a:t>
            </a:r>
            <a:r>
              <a:rPr sz="2650" b="1" spc="85" dirty="0">
                <a:latin typeface="Roboto Bk"/>
                <a:cs typeface="Roboto Bk"/>
              </a:rPr>
              <a:t>Tac</a:t>
            </a:r>
            <a:r>
              <a:rPr sz="2650" b="1" spc="360" dirty="0">
                <a:latin typeface="Roboto Bk"/>
                <a:cs typeface="Roboto Bk"/>
              </a:rPr>
              <a:t> </a:t>
            </a:r>
            <a:r>
              <a:rPr sz="2650" b="1" spc="95" dirty="0">
                <a:latin typeface="Roboto Bk"/>
                <a:cs typeface="Roboto Bk"/>
              </a:rPr>
              <a:t>Toe</a:t>
            </a:r>
            <a:r>
              <a:rPr sz="2650" b="1" spc="345" dirty="0">
                <a:latin typeface="Roboto Bk"/>
                <a:cs typeface="Roboto Bk"/>
              </a:rPr>
              <a:t> </a:t>
            </a:r>
            <a:r>
              <a:rPr sz="2650" b="1" spc="120" dirty="0">
                <a:latin typeface="Roboto Bk"/>
                <a:cs typeface="Roboto Bk"/>
              </a:rPr>
              <a:t>Game</a:t>
            </a:r>
            <a:r>
              <a:rPr sz="2650" b="1" spc="345" dirty="0">
                <a:latin typeface="Roboto Bk"/>
                <a:cs typeface="Roboto Bk"/>
              </a:rPr>
              <a:t> </a:t>
            </a:r>
            <a:r>
              <a:rPr sz="2650" b="1" spc="90" dirty="0">
                <a:latin typeface="Roboto Bk"/>
                <a:cs typeface="Roboto Bk"/>
              </a:rPr>
              <a:t>Tree</a:t>
            </a:r>
            <a:r>
              <a:rPr sz="2650" b="1" spc="345" dirty="0">
                <a:latin typeface="Roboto Bk"/>
                <a:cs typeface="Roboto Bk"/>
              </a:rPr>
              <a:t> </a:t>
            </a:r>
            <a:r>
              <a:rPr sz="2650" b="1" spc="110" dirty="0">
                <a:latin typeface="Roboto Bk"/>
                <a:cs typeface="Roboto Bk"/>
              </a:rPr>
              <a:t>project</a:t>
            </a:r>
            <a:r>
              <a:rPr sz="2650" b="1" spc="335" dirty="0">
                <a:latin typeface="Roboto Bk"/>
                <a:cs typeface="Roboto Bk"/>
              </a:rPr>
              <a:t> </a:t>
            </a:r>
            <a:r>
              <a:rPr sz="2650" b="1" spc="95" dirty="0">
                <a:latin typeface="Roboto Bk"/>
                <a:cs typeface="Roboto Bk"/>
              </a:rPr>
              <a:t>successfully </a:t>
            </a:r>
            <a:r>
              <a:rPr sz="2650" b="1" dirty="0">
                <a:latin typeface="Roboto Bk"/>
                <a:cs typeface="Roboto Bk"/>
              </a:rPr>
              <a:t>demonstrates</a:t>
            </a:r>
            <a:r>
              <a:rPr sz="2650" b="1" spc="7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how</a:t>
            </a:r>
            <a:r>
              <a:rPr sz="2650" b="1" spc="11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artif</a:t>
            </a:r>
            <a:r>
              <a:rPr sz="2650" b="1" spc="-85" dirty="0">
                <a:latin typeface="Roboto Bk"/>
                <a:cs typeface="Roboto Bk"/>
              </a:rPr>
              <a:t> </a:t>
            </a:r>
            <a:r>
              <a:rPr sz="2650" b="1" spc="-690" dirty="0">
                <a:latin typeface="Roboto Bk"/>
                <a:cs typeface="Roboto Bk"/>
              </a:rPr>
              <a:t>i</a:t>
            </a:r>
            <a:r>
              <a:rPr sz="2650" b="1" spc="85" dirty="0">
                <a:latin typeface="Roboto Bk"/>
                <a:cs typeface="Roboto Bk"/>
              </a:rPr>
              <a:t>c</a:t>
            </a:r>
            <a:r>
              <a:rPr sz="2650" b="1" spc="55" dirty="0">
                <a:latin typeface="Roboto Bk"/>
                <a:cs typeface="Roboto Bk"/>
              </a:rPr>
              <a:t>i</a:t>
            </a:r>
            <a:r>
              <a:rPr sz="2650" b="1" spc="30" dirty="0">
                <a:latin typeface="Roboto Bk"/>
                <a:cs typeface="Roboto Bk"/>
              </a:rPr>
              <a:t>a</a:t>
            </a:r>
            <a:r>
              <a:rPr sz="2650" b="1" spc="5" dirty="0">
                <a:latin typeface="Roboto Bk"/>
                <a:cs typeface="Roboto Bk"/>
              </a:rPr>
              <a:t>l</a:t>
            </a:r>
            <a:r>
              <a:rPr sz="2650" b="1" spc="14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intelligence</a:t>
            </a:r>
            <a:r>
              <a:rPr sz="2650" b="1" spc="14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can</a:t>
            </a:r>
            <a:r>
              <a:rPr sz="2650" b="1" spc="8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be</a:t>
            </a:r>
            <a:r>
              <a:rPr sz="2650" b="1" spc="14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applied</a:t>
            </a:r>
            <a:r>
              <a:rPr sz="2650" b="1" spc="170" dirty="0">
                <a:latin typeface="Roboto Bk"/>
                <a:cs typeface="Roboto Bk"/>
              </a:rPr>
              <a:t> </a:t>
            </a:r>
            <a:r>
              <a:rPr sz="2650" b="1" spc="-25" dirty="0">
                <a:latin typeface="Roboto Bk"/>
                <a:cs typeface="Roboto Bk"/>
              </a:rPr>
              <a:t>to </a:t>
            </a:r>
            <a:r>
              <a:rPr sz="2650" b="1" dirty="0">
                <a:latin typeface="Roboto Bk"/>
                <a:cs typeface="Roboto Bk"/>
              </a:rPr>
              <a:t>decision-making</a:t>
            </a:r>
            <a:r>
              <a:rPr sz="2650" b="1" spc="17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in</a:t>
            </a:r>
            <a:r>
              <a:rPr sz="2650" b="1" spc="204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games.</a:t>
            </a:r>
            <a:r>
              <a:rPr sz="2650" b="1" spc="19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Using</a:t>
            </a:r>
            <a:r>
              <a:rPr sz="2650" b="1" spc="18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the</a:t>
            </a:r>
            <a:r>
              <a:rPr sz="2650" b="1" spc="27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Minimax</a:t>
            </a:r>
            <a:r>
              <a:rPr sz="2650" b="1" spc="245" dirty="0">
                <a:latin typeface="Roboto Bk"/>
                <a:cs typeface="Roboto Bk"/>
              </a:rPr>
              <a:t> </a:t>
            </a:r>
            <a:r>
              <a:rPr sz="2650" b="1" spc="-10" dirty="0">
                <a:latin typeface="Roboto Bk"/>
                <a:cs typeface="Roboto Bk"/>
              </a:rPr>
              <a:t>algorithm </a:t>
            </a:r>
            <a:r>
              <a:rPr sz="2650" b="1" dirty="0">
                <a:latin typeface="Roboto Bk"/>
                <a:cs typeface="Roboto Bk"/>
              </a:rPr>
              <a:t>with</a:t>
            </a:r>
            <a:r>
              <a:rPr sz="2650" b="1" spc="60" dirty="0">
                <a:latin typeface="Roboto Bk"/>
                <a:cs typeface="Roboto Bk"/>
              </a:rPr>
              <a:t> </a:t>
            </a:r>
            <a:r>
              <a:rPr sz="2650" b="1" spc="-50" dirty="0">
                <a:latin typeface="Roboto Bk"/>
                <a:cs typeface="Roboto Bk"/>
              </a:rPr>
              <a:t>Alpha-</a:t>
            </a:r>
            <a:r>
              <a:rPr sz="2650" b="1" dirty="0">
                <a:latin typeface="Roboto Bk"/>
                <a:cs typeface="Roboto Bk"/>
              </a:rPr>
              <a:t>Beta</a:t>
            </a:r>
            <a:r>
              <a:rPr sz="2650" b="1" spc="90" dirty="0">
                <a:latin typeface="Roboto Bk"/>
                <a:cs typeface="Roboto Bk"/>
              </a:rPr>
              <a:t> </a:t>
            </a:r>
            <a:r>
              <a:rPr sz="2650" b="1" spc="-25" dirty="0">
                <a:latin typeface="Roboto Bk"/>
                <a:cs typeface="Roboto Bk"/>
              </a:rPr>
              <a:t>Pruning,</a:t>
            </a:r>
            <a:r>
              <a:rPr sz="2650" b="1" spc="12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the</a:t>
            </a:r>
            <a:r>
              <a:rPr sz="2650" b="1" spc="12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AI</a:t>
            </a:r>
            <a:r>
              <a:rPr sz="2650" b="1" spc="15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ef</a:t>
            </a:r>
            <a:r>
              <a:rPr sz="2650" b="1" spc="15" dirty="0">
                <a:latin typeface="Roboto Bk"/>
                <a:cs typeface="Roboto Bk"/>
              </a:rPr>
              <a:t>  </a:t>
            </a:r>
            <a:r>
              <a:rPr sz="2650" b="1" spc="-969" dirty="0">
                <a:latin typeface="Roboto Bk"/>
                <a:cs typeface="Roboto Bk"/>
              </a:rPr>
              <a:t>f</a:t>
            </a:r>
            <a:r>
              <a:rPr sz="2650" b="1" spc="-735" dirty="0">
                <a:latin typeface="Roboto Bk"/>
                <a:cs typeface="Roboto Bk"/>
              </a:rPr>
              <a:t>i</a:t>
            </a:r>
            <a:r>
              <a:rPr sz="2650" b="1" spc="40" dirty="0">
                <a:latin typeface="Roboto Bk"/>
                <a:cs typeface="Roboto Bk"/>
              </a:rPr>
              <a:t>c</a:t>
            </a:r>
            <a:r>
              <a:rPr sz="2650" b="1" spc="10" dirty="0">
                <a:latin typeface="Roboto Bk"/>
                <a:cs typeface="Roboto Bk"/>
              </a:rPr>
              <a:t>i</a:t>
            </a:r>
            <a:r>
              <a:rPr sz="2650" b="1" spc="20" dirty="0">
                <a:latin typeface="Roboto Bk"/>
                <a:cs typeface="Roboto Bk"/>
              </a:rPr>
              <a:t>e</a:t>
            </a:r>
            <a:r>
              <a:rPr sz="2650" b="1" spc="-35" dirty="0">
                <a:latin typeface="Roboto Bk"/>
                <a:cs typeface="Roboto Bk"/>
              </a:rPr>
              <a:t>n</a:t>
            </a:r>
            <a:r>
              <a:rPr sz="2650" b="1" spc="5" dirty="0">
                <a:latin typeface="Roboto Bk"/>
                <a:cs typeface="Roboto Bk"/>
              </a:rPr>
              <a:t>t</a:t>
            </a:r>
            <a:r>
              <a:rPr sz="2650" b="1" spc="10" dirty="0">
                <a:latin typeface="Roboto Bk"/>
                <a:cs typeface="Roboto Bk"/>
              </a:rPr>
              <a:t>l</a:t>
            </a:r>
            <a:r>
              <a:rPr sz="2650" b="1" spc="-45" dirty="0">
                <a:latin typeface="Roboto Bk"/>
                <a:cs typeface="Roboto Bk"/>
              </a:rPr>
              <a:t>y</a:t>
            </a:r>
            <a:r>
              <a:rPr sz="2650" b="1" spc="5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selects</a:t>
            </a:r>
            <a:r>
              <a:rPr sz="2650" b="1" spc="55" dirty="0">
                <a:latin typeface="Roboto Bk"/>
                <a:cs typeface="Roboto Bk"/>
              </a:rPr>
              <a:t> </a:t>
            </a:r>
            <a:r>
              <a:rPr sz="2650" b="1" spc="-10" dirty="0">
                <a:latin typeface="Roboto Bk"/>
                <a:cs typeface="Roboto Bk"/>
              </a:rPr>
              <a:t>optimal </a:t>
            </a:r>
            <a:r>
              <a:rPr sz="2650" b="1" dirty="0">
                <a:latin typeface="Roboto Bk"/>
                <a:cs typeface="Roboto Bk"/>
              </a:rPr>
              <a:t>moves,</a:t>
            </a:r>
            <a:r>
              <a:rPr sz="2650" b="1" spc="15" dirty="0">
                <a:latin typeface="Roboto Bk"/>
                <a:cs typeface="Roboto Bk"/>
              </a:rPr>
              <a:t> </a:t>
            </a:r>
            <a:r>
              <a:rPr sz="2650" b="1" spc="-10" dirty="0">
                <a:latin typeface="Roboto Bk"/>
                <a:cs typeface="Roboto Bk"/>
              </a:rPr>
              <a:t>providing</a:t>
            </a:r>
            <a:r>
              <a:rPr sz="2650" b="1" spc="-7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an</a:t>
            </a:r>
            <a:r>
              <a:rPr sz="2650" b="1" spc="-4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unbeatable</a:t>
            </a:r>
            <a:r>
              <a:rPr sz="2650" b="1" spc="1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opponent.</a:t>
            </a:r>
            <a:r>
              <a:rPr sz="2650" b="1" spc="-5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The</a:t>
            </a:r>
            <a:r>
              <a:rPr sz="2650" b="1" spc="1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addition</a:t>
            </a:r>
            <a:r>
              <a:rPr sz="2650" b="1" spc="-45" dirty="0">
                <a:latin typeface="Roboto Bk"/>
                <a:cs typeface="Roboto Bk"/>
              </a:rPr>
              <a:t> </a:t>
            </a:r>
            <a:r>
              <a:rPr sz="2650" b="1" spc="-25" dirty="0">
                <a:latin typeface="Roboto Bk"/>
                <a:cs typeface="Roboto Bk"/>
              </a:rPr>
              <a:t>of </a:t>
            </a:r>
            <a:r>
              <a:rPr sz="2650" b="1" dirty="0">
                <a:latin typeface="Roboto Bk"/>
                <a:cs typeface="Roboto Bk"/>
              </a:rPr>
              <a:t>dif</a:t>
            </a:r>
            <a:r>
              <a:rPr sz="2650" b="1" spc="70" dirty="0">
                <a:latin typeface="Roboto Bk"/>
                <a:cs typeface="Roboto Bk"/>
              </a:rPr>
              <a:t>  </a:t>
            </a:r>
            <a:r>
              <a:rPr sz="2650" b="1" spc="-930" dirty="0">
                <a:latin typeface="Roboto Bk"/>
                <a:cs typeface="Roboto Bk"/>
              </a:rPr>
              <a:t>f</a:t>
            </a:r>
            <a:r>
              <a:rPr sz="2650" b="1" spc="-695" dirty="0">
                <a:latin typeface="Roboto Bk"/>
                <a:cs typeface="Roboto Bk"/>
              </a:rPr>
              <a:t>i</a:t>
            </a:r>
            <a:r>
              <a:rPr sz="2650" b="1" spc="80" dirty="0">
                <a:latin typeface="Roboto Bk"/>
                <a:cs typeface="Roboto Bk"/>
              </a:rPr>
              <a:t>c</a:t>
            </a:r>
            <a:r>
              <a:rPr sz="2650" b="1" spc="5" dirty="0">
                <a:latin typeface="Roboto Bk"/>
                <a:cs typeface="Roboto Bk"/>
              </a:rPr>
              <a:t>u</a:t>
            </a:r>
            <a:r>
              <a:rPr sz="2650" b="1" spc="50" dirty="0">
                <a:latin typeface="Roboto Bk"/>
                <a:cs typeface="Roboto Bk"/>
              </a:rPr>
              <a:t>l</a:t>
            </a:r>
            <a:r>
              <a:rPr sz="2650" b="1" spc="45" dirty="0">
                <a:latin typeface="Roboto Bk"/>
                <a:cs typeface="Roboto Bk"/>
              </a:rPr>
              <a:t>t</a:t>
            </a:r>
            <a:r>
              <a:rPr sz="2650" b="1" spc="-35" dirty="0">
                <a:latin typeface="Roboto Bk"/>
                <a:cs typeface="Roboto Bk"/>
              </a:rPr>
              <a:t>y</a:t>
            </a:r>
            <a:r>
              <a:rPr sz="2650" b="1" spc="16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levels</a:t>
            </a:r>
            <a:r>
              <a:rPr sz="2650" b="1" spc="16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through</a:t>
            </a:r>
            <a:r>
              <a:rPr sz="2650" b="1" spc="18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varying</a:t>
            </a:r>
            <a:r>
              <a:rPr sz="2650" b="1" spc="150" dirty="0">
                <a:latin typeface="Roboto Bk"/>
                <a:cs typeface="Roboto Bk"/>
              </a:rPr>
              <a:t> </a:t>
            </a:r>
            <a:r>
              <a:rPr sz="2650" b="1" spc="50" dirty="0">
                <a:latin typeface="Roboto Bk"/>
                <a:cs typeface="Roboto Bk"/>
              </a:rPr>
              <a:t>search</a:t>
            </a:r>
            <a:r>
              <a:rPr sz="2650" b="1" spc="18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depths</a:t>
            </a:r>
            <a:r>
              <a:rPr sz="2650" b="1" spc="165" dirty="0">
                <a:latin typeface="Roboto Bk"/>
                <a:cs typeface="Roboto Bk"/>
              </a:rPr>
              <a:t> </a:t>
            </a:r>
            <a:r>
              <a:rPr sz="2650" b="1" spc="45" dirty="0">
                <a:latin typeface="Roboto Bk"/>
                <a:cs typeface="Roboto Bk"/>
              </a:rPr>
              <a:t>enhances </a:t>
            </a:r>
            <a:r>
              <a:rPr sz="2650" b="1" dirty="0">
                <a:latin typeface="Roboto Bk"/>
                <a:cs typeface="Roboto Bk"/>
              </a:rPr>
              <a:t>user</a:t>
            </a:r>
            <a:r>
              <a:rPr sz="2650" b="1" spc="-80" dirty="0">
                <a:latin typeface="Roboto Bk"/>
                <a:cs typeface="Roboto Bk"/>
              </a:rPr>
              <a:t> </a:t>
            </a:r>
            <a:r>
              <a:rPr sz="2650" b="1" spc="-20" dirty="0">
                <a:latin typeface="Roboto Bk"/>
                <a:cs typeface="Roboto Bk"/>
              </a:rPr>
              <a:t>interaction</a:t>
            </a:r>
            <a:r>
              <a:rPr sz="2650" b="1" spc="-8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and</a:t>
            </a:r>
            <a:r>
              <a:rPr sz="2650" b="1" spc="-2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makes</a:t>
            </a:r>
            <a:r>
              <a:rPr sz="2650" b="1" spc="-100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the</a:t>
            </a:r>
            <a:r>
              <a:rPr sz="2650" b="1" spc="-3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game</a:t>
            </a:r>
            <a:r>
              <a:rPr sz="2650" b="1" spc="-35" dirty="0">
                <a:latin typeface="Roboto Bk"/>
                <a:cs typeface="Roboto Bk"/>
              </a:rPr>
              <a:t> </a:t>
            </a:r>
            <a:r>
              <a:rPr sz="2650" b="1" dirty="0">
                <a:latin typeface="Roboto Bk"/>
                <a:cs typeface="Roboto Bk"/>
              </a:rPr>
              <a:t>more</a:t>
            </a:r>
            <a:r>
              <a:rPr sz="2650" b="1" spc="-35" dirty="0">
                <a:latin typeface="Roboto Bk"/>
                <a:cs typeface="Roboto Bk"/>
              </a:rPr>
              <a:t> </a:t>
            </a:r>
            <a:r>
              <a:rPr sz="2650" b="1" spc="-10" dirty="0">
                <a:latin typeface="Roboto Bk"/>
                <a:cs typeface="Roboto Bk"/>
              </a:rPr>
              <a:t>engaging.</a:t>
            </a:r>
            <a:endParaRPr sz="2650">
              <a:latin typeface="Roboto Bk"/>
              <a:cs typeface="Roboto B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6858000"/>
            <a:ext cx="2260600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1581</Words>
  <Application>Microsoft Office PowerPoint</Application>
  <PresentationFormat>Custom</PresentationFormat>
  <Paragraphs>211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MT</vt:lpstr>
      <vt:lpstr>Calibri</vt:lpstr>
      <vt:lpstr>Roboto Bk</vt:lpstr>
      <vt:lpstr>Office Theme</vt:lpstr>
      <vt:lpstr>PowerPoint Presentation</vt:lpstr>
      <vt:lpstr>To develop an Artif icial Intelligence (AI) player for the game of Tic-Tac-Toe that consistently plays optimally or near-optimally, providing a challenging and variable experience for a human opponent.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dinesh karthik</dc:creator>
  <cp:lastModifiedBy>dinesh karthik</cp:lastModifiedBy>
  <cp:revision>1</cp:revision>
  <dcterms:created xsi:type="dcterms:W3CDTF">2025-11-10T17:05:25Z</dcterms:created>
  <dcterms:modified xsi:type="dcterms:W3CDTF">2025-11-10T17:36:04Z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Producer">
    <vt:lpwstr>Skia/PDF m92</vt:lpwstr>
  </property>
  <property fmtid="{D5CDD505-2E9C-101B-9397-08002B2CF9AE}" pid="4" name="LastSaved">
    <vt:filetime>2025-11-10T00:00:00Z</vt:filetime>
  </property>
</Properties>
</file>